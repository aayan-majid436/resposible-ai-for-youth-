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4"/>
  </p:sldMasterIdLst>
  <p:notesMasterIdLst>
    <p:notesMasterId r:id="rId15"/>
  </p:notesMasterIdLst>
  <p:handoutMasterIdLst>
    <p:handoutMasterId r:id="rId16"/>
  </p:handoutMasterIdLst>
  <p:sldIdLst>
    <p:sldId id="281" r:id="rId5"/>
    <p:sldId id="286" r:id="rId6"/>
    <p:sldId id="285" r:id="rId7"/>
    <p:sldId id="288" r:id="rId8"/>
    <p:sldId id="289" r:id="rId9"/>
    <p:sldId id="292" r:id="rId10"/>
    <p:sldId id="291" r:id="rId11"/>
    <p:sldId id="293" r:id="rId12"/>
    <p:sldId id="287" r:id="rId13"/>
    <p:sldId id="28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7" autoAdjust="0"/>
    <p:restoredTop sz="94879" autoAdjust="0"/>
  </p:normalViewPr>
  <p:slideViewPr>
    <p:cSldViewPr snapToGrid="0">
      <p:cViewPr varScale="1">
        <p:scale>
          <a:sx n="87" d="100"/>
          <a:sy n="87" d="100"/>
        </p:scale>
        <p:origin x="192" y="64"/>
      </p:cViewPr>
      <p:guideLst/>
    </p:cSldViewPr>
  </p:slideViewPr>
  <p:outlineViewPr>
    <p:cViewPr>
      <p:scale>
        <a:sx n="33" d="100"/>
        <a:sy n="33" d="100"/>
      </p:scale>
      <p:origin x="0" y="-40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520347C-957A-4489-8080-46C13B12709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6D26635-F105-4521-93F4-9F3742FB858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What is AI</a:t>
          </a:r>
        </a:p>
      </dgm:t>
    </dgm:pt>
    <dgm:pt modelId="{D7870544-6761-4D7A-A0CC-98EDDEE29A58}" type="parTrans" cxnId="{18855CF0-30AF-4F7D-BEEF-52405488451F}">
      <dgm:prSet/>
      <dgm:spPr/>
      <dgm:t>
        <a:bodyPr/>
        <a:lstStyle/>
        <a:p>
          <a:endParaRPr lang="en-US"/>
        </a:p>
      </dgm:t>
    </dgm:pt>
    <dgm:pt modelId="{CFE96AC2-DC71-4BDA-9E6C-AF4182F39B4F}" type="sibTrans" cxnId="{18855CF0-30AF-4F7D-BEEF-52405488451F}">
      <dgm:prSet/>
      <dgm:spPr/>
      <dgm:t>
        <a:bodyPr/>
        <a:lstStyle/>
        <a:p>
          <a:endParaRPr lang="en-US"/>
        </a:p>
      </dgm:t>
    </dgm:pt>
    <dgm:pt modelId="{59336B0C-BAFF-41B8-BF9C-DF50888BCF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Responsible AI</a:t>
          </a:r>
        </a:p>
      </dgm:t>
    </dgm:pt>
    <dgm:pt modelId="{18553479-FFEB-4B20-ADA2-7F120EFBC6DB}" type="parTrans" cxnId="{A3D1208C-33B2-40C7-BCF8-9B753058B5F9}">
      <dgm:prSet/>
      <dgm:spPr/>
      <dgm:t>
        <a:bodyPr/>
        <a:lstStyle/>
        <a:p>
          <a:endParaRPr lang="en-US"/>
        </a:p>
      </dgm:t>
    </dgm:pt>
    <dgm:pt modelId="{2E3417A3-D05F-4A99-AF82-78FF43582A8E}" type="sibTrans" cxnId="{A3D1208C-33B2-40C7-BCF8-9B753058B5F9}">
      <dgm:prSet/>
      <dgm:spPr/>
      <dgm:t>
        <a:bodyPr/>
        <a:lstStyle/>
        <a:p>
          <a:endParaRPr lang="en-US"/>
        </a:p>
      </dgm:t>
    </dgm:pt>
    <dgm:pt modelId="{08CED830-0936-4F33-9FDA-C81A5BEEAAF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AI Delima for Youth </a:t>
          </a:r>
        </a:p>
      </dgm:t>
    </dgm:pt>
    <dgm:pt modelId="{2B945FCD-8301-4965-82D3-183F0CF02731}" type="parTrans" cxnId="{F7C752F4-757A-4821-AB4A-366BF40A6F40}">
      <dgm:prSet/>
      <dgm:spPr/>
      <dgm:t>
        <a:bodyPr/>
        <a:lstStyle/>
        <a:p>
          <a:endParaRPr lang="en-US"/>
        </a:p>
      </dgm:t>
    </dgm:pt>
    <dgm:pt modelId="{CD295E28-E359-484A-9B4A-AE6984B00D2E}" type="sibTrans" cxnId="{F7C752F4-757A-4821-AB4A-366BF40A6F40}">
      <dgm:prSet/>
      <dgm:spPr/>
      <dgm:t>
        <a:bodyPr/>
        <a:lstStyle/>
        <a:p>
          <a:endParaRPr lang="en-US"/>
        </a:p>
      </dgm:t>
    </dgm:pt>
    <dgm:pt modelId="{F50F0BA0-B9F1-4ACA-9B44-3622BC7BA1B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Survey Results</a:t>
          </a:r>
        </a:p>
      </dgm:t>
    </dgm:pt>
    <dgm:pt modelId="{C0580412-1527-4D1F-AF88-000D52819214}" type="parTrans" cxnId="{F8EE9EB6-3143-4973-BFAF-56431D73A532}">
      <dgm:prSet/>
      <dgm:spPr/>
      <dgm:t>
        <a:bodyPr/>
        <a:lstStyle/>
        <a:p>
          <a:endParaRPr lang="en-US"/>
        </a:p>
      </dgm:t>
    </dgm:pt>
    <dgm:pt modelId="{641D0B3F-E7F0-41AF-BEA0-58099E51FA5C}" type="sibTrans" cxnId="{F8EE9EB6-3143-4973-BFAF-56431D73A532}">
      <dgm:prSet/>
      <dgm:spPr/>
      <dgm:t>
        <a:bodyPr/>
        <a:lstStyle/>
        <a:p>
          <a:endParaRPr lang="en-US"/>
        </a:p>
      </dgm:t>
    </dgm:pt>
    <dgm:pt modelId="{DDACF873-3F3A-4A62-8725-EC3B563DC6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Solution &amp; Conclusions </a:t>
          </a:r>
        </a:p>
      </dgm:t>
    </dgm:pt>
    <dgm:pt modelId="{6F2B839B-7845-4430-838B-0B79DA9B00BB}" type="parTrans" cxnId="{9455C563-599D-4C49-AD89-5E61BCF1F42A}">
      <dgm:prSet/>
      <dgm:spPr/>
      <dgm:t>
        <a:bodyPr/>
        <a:lstStyle/>
        <a:p>
          <a:endParaRPr lang="en-US"/>
        </a:p>
      </dgm:t>
    </dgm:pt>
    <dgm:pt modelId="{756BB4EB-99FA-499D-BCD4-F0F789140483}" type="sibTrans" cxnId="{9455C563-599D-4C49-AD89-5E61BCF1F42A}">
      <dgm:prSet/>
      <dgm:spPr/>
      <dgm:t>
        <a:bodyPr/>
        <a:lstStyle/>
        <a:p>
          <a:endParaRPr lang="en-US"/>
        </a:p>
      </dgm:t>
    </dgm:pt>
    <dgm:pt modelId="{8A85B37F-5C1C-43F5-ACBF-B127B3C23C57}" type="pres">
      <dgm:prSet presAssocID="{2520347C-957A-4489-8080-46C13B127090}" presName="root" presStyleCnt="0">
        <dgm:presLayoutVars>
          <dgm:dir/>
          <dgm:resizeHandles val="exact"/>
        </dgm:presLayoutVars>
      </dgm:prSet>
      <dgm:spPr/>
    </dgm:pt>
    <dgm:pt modelId="{F37B7099-2735-44AC-8822-32765BC611C0}" type="pres">
      <dgm:prSet presAssocID="{06D26635-F105-4521-93F4-9F3742FB8587}" presName="compNode" presStyleCnt="0"/>
      <dgm:spPr/>
    </dgm:pt>
    <dgm:pt modelId="{7E2D7565-A4C5-4FF6-A9C1-575BE727CF4A}" type="pres">
      <dgm:prSet presAssocID="{06D26635-F105-4521-93F4-9F3742FB858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FF0F334A-14F6-4CC3-B3CA-0F727D957D38}" type="pres">
      <dgm:prSet presAssocID="{06D26635-F105-4521-93F4-9F3742FB8587}" presName="spaceRect" presStyleCnt="0"/>
      <dgm:spPr/>
    </dgm:pt>
    <dgm:pt modelId="{6FF09A59-9E79-4D01-89FF-EDAB3D20154F}" type="pres">
      <dgm:prSet presAssocID="{06D26635-F105-4521-93F4-9F3742FB8587}" presName="textRect" presStyleLbl="revTx" presStyleIdx="0" presStyleCnt="5">
        <dgm:presLayoutVars>
          <dgm:chMax val="1"/>
          <dgm:chPref val="1"/>
        </dgm:presLayoutVars>
      </dgm:prSet>
      <dgm:spPr/>
    </dgm:pt>
    <dgm:pt modelId="{D4818A9A-EAE8-4188-B089-B28EEC62B10F}" type="pres">
      <dgm:prSet presAssocID="{CFE96AC2-DC71-4BDA-9E6C-AF4182F39B4F}" presName="sibTrans" presStyleCnt="0"/>
      <dgm:spPr/>
    </dgm:pt>
    <dgm:pt modelId="{4A580B7D-0B38-4459-834C-8BFB1012AA15}" type="pres">
      <dgm:prSet presAssocID="{59336B0C-BAFF-41B8-BF9C-DF50888BCF20}" presName="compNode" presStyleCnt="0"/>
      <dgm:spPr/>
    </dgm:pt>
    <dgm:pt modelId="{F0AC8888-2598-4F63-AED6-60D5666D271E}" type="pres">
      <dgm:prSet presAssocID="{59336B0C-BAFF-41B8-BF9C-DF50888BCF20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5B690DC9-B6DA-469E-B83A-53190117C130}" type="pres">
      <dgm:prSet presAssocID="{59336B0C-BAFF-41B8-BF9C-DF50888BCF20}" presName="spaceRect" presStyleCnt="0"/>
      <dgm:spPr/>
    </dgm:pt>
    <dgm:pt modelId="{1C410F21-6676-4A0E-9BEB-A580F55A06F4}" type="pres">
      <dgm:prSet presAssocID="{59336B0C-BAFF-41B8-BF9C-DF50888BCF20}" presName="textRect" presStyleLbl="revTx" presStyleIdx="1" presStyleCnt="5">
        <dgm:presLayoutVars>
          <dgm:chMax val="1"/>
          <dgm:chPref val="1"/>
        </dgm:presLayoutVars>
      </dgm:prSet>
      <dgm:spPr/>
    </dgm:pt>
    <dgm:pt modelId="{817DAF91-E9A6-4051-B3F8-43219BD97799}" type="pres">
      <dgm:prSet presAssocID="{2E3417A3-D05F-4A99-AF82-78FF43582A8E}" presName="sibTrans" presStyleCnt="0"/>
      <dgm:spPr/>
    </dgm:pt>
    <dgm:pt modelId="{AF4D82ED-E688-4874-9759-0C1FFBC89662}" type="pres">
      <dgm:prSet presAssocID="{08CED830-0936-4F33-9FDA-C81A5BEEAAFD}" presName="compNode" presStyleCnt="0"/>
      <dgm:spPr/>
    </dgm:pt>
    <dgm:pt modelId="{DA848CD8-324F-4D7E-B74F-4BEE530461DA}" type="pres">
      <dgm:prSet presAssocID="{08CED830-0936-4F33-9FDA-C81A5BEEAAF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61B84D76-CB37-4B40-A2F9-02359D49CCF9}" type="pres">
      <dgm:prSet presAssocID="{08CED830-0936-4F33-9FDA-C81A5BEEAAFD}" presName="spaceRect" presStyleCnt="0"/>
      <dgm:spPr/>
    </dgm:pt>
    <dgm:pt modelId="{16E9CFF5-A503-4DFF-92DA-3C0FC9C155C7}" type="pres">
      <dgm:prSet presAssocID="{08CED830-0936-4F33-9FDA-C81A5BEEAAFD}" presName="textRect" presStyleLbl="revTx" presStyleIdx="2" presStyleCnt="5">
        <dgm:presLayoutVars>
          <dgm:chMax val="1"/>
          <dgm:chPref val="1"/>
        </dgm:presLayoutVars>
      </dgm:prSet>
      <dgm:spPr/>
    </dgm:pt>
    <dgm:pt modelId="{A25ECA8B-937F-4374-8DD1-CCA2302ACFB3}" type="pres">
      <dgm:prSet presAssocID="{CD295E28-E359-484A-9B4A-AE6984B00D2E}" presName="sibTrans" presStyleCnt="0"/>
      <dgm:spPr/>
    </dgm:pt>
    <dgm:pt modelId="{A82C4F46-DD0C-4AD0-A1F8-CD9603609F8A}" type="pres">
      <dgm:prSet presAssocID="{F50F0BA0-B9F1-4ACA-9B44-3622BC7BA1BC}" presName="compNode" presStyleCnt="0"/>
      <dgm:spPr/>
    </dgm:pt>
    <dgm:pt modelId="{3AFADB38-0964-4572-B97D-8C44F98E657A}" type="pres">
      <dgm:prSet presAssocID="{F50F0BA0-B9F1-4ACA-9B44-3622BC7BA1B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C498DE73-FB3C-4D8D-9C5B-4C3A248A464E}" type="pres">
      <dgm:prSet presAssocID="{F50F0BA0-B9F1-4ACA-9B44-3622BC7BA1BC}" presName="spaceRect" presStyleCnt="0"/>
      <dgm:spPr/>
    </dgm:pt>
    <dgm:pt modelId="{7381BFC2-8889-492E-A582-0A12B557F3A3}" type="pres">
      <dgm:prSet presAssocID="{F50F0BA0-B9F1-4ACA-9B44-3622BC7BA1BC}" presName="textRect" presStyleLbl="revTx" presStyleIdx="3" presStyleCnt="5">
        <dgm:presLayoutVars>
          <dgm:chMax val="1"/>
          <dgm:chPref val="1"/>
        </dgm:presLayoutVars>
      </dgm:prSet>
      <dgm:spPr/>
    </dgm:pt>
    <dgm:pt modelId="{704AD79B-14D8-4493-965C-F0DA47A6EA79}" type="pres">
      <dgm:prSet presAssocID="{641D0B3F-E7F0-41AF-BEA0-58099E51FA5C}" presName="sibTrans" presStyleCnt="0"/>
      <dgm:spPr/>
    </dgm:pt>
    <dgm:pt modelId="{3FCD88B4-112C-4460-9243-12CA9957F54C}" type="pres">
      <dgm:prSet presAssocID="{DDACF873-3F3A-4A62-8725-EC3B563DC6B8}" presName="compNode" presStyleCnt="0"/>
      <dgm:spPr/>
    </dgm:pt>
    <dgm:pt modelId="{D13C6F9F-7467-4D61-9818-88BD9E6FD660}" type="pres">
      <dgm:prSet presAssocID="{DDACF873-3F3A-4A62-8725-EC3B563DC6B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BCACF10-52BC-4764-ADFC-E67329B4D5E1}" type="pres">
      <dgm:prSet presAssocID="{DDACF873-3F3A-4A62-8725-EC3B563DC6B8}" presName="spaceRect" presStyleCnt="0"/>
      <dgm:spPr/>
    </dgm:pt>
    <dgm:pt modelId="{216C1B8F-AD78-4C6E-B478-175DDB742305}" type="pres">
      <dgm:prSet presAssocID="{DDACF873-3F3A-4A62-8725-EC3B563DC6B8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4C046C19-0482-46F6-85B7-E5802C453D2D}" type="presOf" srcId="{F50F0BA0-B9F1-4ACA-9B44-3622BC7BA1BC}" destId="{7381BFC2-8889-492E-A582-0A12B557F3A3}" srcOrd="0" destOrd="0" presId="urn:microsoft.com/office/officeart/2018/2/layout/IconLabelList"/>
    <dgm:cxn modelId="{9455C563-599D-4C49-AD89-5E61BCF1F42A}" srcId="{2520347C-957A-4489-8080-46C13B127090}" destId="{DDACF873-3F3A-4A62-8725-EC3B563DC6B8}" srcOrd="4" destOrd="0" parTransId="{6F2B839B-7845-4430-838B-0B79DA9B00BB}" sibTransId="{756BB4EB-99FA-499D-BCD4-F0F789140483}"/>
    <dgm:cxn modelId="{EB601152-9CAD-4331-BBFD-DF4C1EEEBE94}" type="presOf" srcId="{59336B0C-BAFF-41B8-BF9C-DF50888BCF20}" destId="{1C410F21-6676-4A0E-9BEB-A580F55A06F4}" srcOrd="0" destOrd="0" presId="urn:microsoft.com/office/officeart/2018/2/layout/IconLabelList"/>
    <dgm:cxn modelId="{A3D1208C-33B2-40C7-BCF8-9B753058B5F9}" srcId="{2520347C-957A-4489-8080-46C13B127090}" destId="{59336B0C-BAFF-41B8-BF9C-DF50888BCF20}" srcOrd="1" destOrd="0" parTransId="{18553479-FFEB-4B20-ADA2-7F120EFBC6DB}" sibTransId="{2E3417A3-D05F-4A99-AF82-78FF43582A8E}"/>
    <dgm:cxn modelId="{842D5796-9C5E-4FE3-8BFF-DF4DBD6B5ECD}" type="presOf" srcId="{08CED830-0936-4F33-9FDA-C81A5BEEAAFD}" destId="{16E9CFF5-A503-4DFF-92DA-3C0FC9C155C7}" srcOrd="0" destOrd="0" presId="urn:microsoft.com/office/officeart/2018/2/layout/IconLabelList"/>
    <dgm:cxn modelId="{F8EE9EB6-3143-4973-BFAF-56431D73A532}" srcId="{2520347C-957A-4489-8080-46C13B127090}" destId="{F50F0BA0-B9F1-4ACA-9B44-3622BC7BA1BC}" srcOrd="3" destOrd="0" parTransId="{C0580412-1527-4D1F-AF88-000D52819214}" sibTransId="{641D0B3F-E7F0-41AF-BEA0-58099E51FA5C}"/>
    <dgm:cxn modelId="{46470DCD-8248-4A42-82C0-63A7C8ACBC10}" type="presOf" srcId="{DDACF873-3F3A-4A62-8725-EC3B563DC6B8}" destId="{216C1B8F-AD78-4C6E-B478-175DDB742305}" srcOrd="0" destOrd="0" presId="urn:microsoft.com/office/officeart/2018/2/layout/IconLabelList"/>
    <dgm:cxn modelId="{8208C0CD-F936-4F45-A488-3036150C4CBB}" type="presOf" srcId="{06D26635-F105-4521-93F4-9F3742FB8587}" destId="{6FF09A59-9E79-4D01-89FF-EDAB3D20154F}" srcOrd="0" destOrd="0" presId="urn:microsoft.com/office/officeart/2018/2/layout/IconLabelList"/>
    <dgm:cxn modelId="{3645D5EA-A90E-4E51-BAF2-9611C42C711F}" type="presOf" srcId="{2520347C-957A-4489-8080-46C13B127090}" destId="{8A85B37F-5C1C-43F5-ACBF-B127B3C23C57}" srcOrd="0" destOrd="0" presId="urn:microsoft.com/office/officeart/2018/2/layout/IconLabelList"/>
    <dgm:cxn modelId="{18855CF0-30AF-4F7D-BEEF-52405488451F}" srcId="{2520347C-957A-4489-8080-46C13B127090}" destId="{06D26635-F105-4521-93F4-9F3742FB8587}" srcOrd="0" destOrd="0" parTransId="{D7870544-6761-4D7A-A0CC-98EDDEE29A58}" sibTransId="{CFE96AC2-DC71-4BDA-9E6C-AF4182F39B4F}"/>
    <dgm:cxn modelId="{F7C752F4-757A-4821-AB4A-366BF40A6F40}" srcId="{2520347C-957A-4489-8080-46C13B127090}" destId="{08CED830-0936-4F33-9FDA-C81A5BEEAAFD}" srcOrd="2" destOrd="0" parTransId="{2B945FCD-8301-4965-82D3-183F0CF02731}" sibTransId="{CD295E28-E359-484A-9B4A-AE6984B00D2E}"/>
    <dgm:cxn modelId="{0A06E569-3173-4D28-B232-DF5A4B8DAE24}" type="presParOf" srcId="{8A85B37F-5C1C-43F5-ACBF-B127B3C23C57}" destId="{F37B7099-2735-44AC-8822-32765BC611C0}" srcOrd="0" destOrd="0" presId="urn:microsoft.com/office/officeart/2018/2/layout/IconLabelList"/>
    <dgm:cxn modelId="{BC485218-8D7B-46CD-9062-3EDE97882AB3}" type="presParOf" srcId="{F37B7099-2735-44AC-8822-32765BC611C0}" destId="{7E2D7565-A4C5-4FF6-A9C1-575BE727CF4A}" srcOrd="0" destOrd="0" presId="urn:microsoft.com/office/officeart/2018/2/layout/IconLabelList"/>
    <dgm:cxn modelId="{A56D9236-AAA7-4C0C-8F65-634F345EAB8B}" type="presParOf" srcId="{F37B7099-2735-44AC-8822-32765BC611C0}" destId="{FF0F334A-14F6-4CC3-B3CA-0F727D957D38}" srcOrd="1" destOrd="0" presId="urn:microsoft.com/office/officeart/2018/2/layout/IconLabelList"/>
    <dgm:cxn modelId="{0588A42F-EC7E-43B9-A137-E000B3B31415}" type="presParOf" srcId="{F37B7099-2735-44AC-8822-32765BC611C0}" destId="{6FF09A59-9E79-4D01-89FF-EDAB3D20154F}" srcOrd="2" destOrd="0" presId="urn:microsoft.com/office/officeart/2018/2/layout/IconLabelList"/>
    <dgm:cxn modelId="{EFE273FD-7E85-4D7D-8C40-74DABC629ECE}" type="presParOf" srcId="{8A85B37F-5C1C-43F5-ACBF-B127B3C23C57}" destId="{D4818A9A-EAE8-4188-B089-B28EEC62B10F}" srcOrd="1" destOrd="0" presId="urn:microsoft.com/office/officeart/2018/2/layout/IconLabelList"/>
    <dgm:cxn modelId="{80884F73-20EE-4DAF-9DA9-77185DAF54F1}" type="presParOf" srcId="{8A85B37F-5C1C-43F5-ACBF-B127B3C23C57}" destId="{4A580B7D-0B38-4459-834C-8BFB1012AA15}" srcOrd="2" destOrd="0" presId="urn:microsoft.com/office/officeart/2018/2/layout/IconLabelList"/>
    <dgm:cxn modelId="{E980F2EE-4FF2-4AB8-98D5-276BBC902A1E}" type="presParOf" srcId="{4A580B7D-0B38-4459-834C-8BFB1012AA15}" destId="{F0AC8888-2598-4F63-AED6-60D5666D271E}" srcOrd="0" destOrd="0" presId="urn:microsoft.com/office/officeart/2018/2/layout/IconLabelList"/>
    <dgm:cxn modelId="{42A570AD-A98A-4D1C-A257-45DBD110F8B2}" type="presParOf" srcId="{4A580B7D-0B38-4459-834C-8BFB1012AA15}" destId="{5B690DC9-B6DA-469E-B83A-53190117C130}" srcOrd="1" destOrd="0" presId="urn:microsoft.com/office/officeart/2018/2/layout/IconLabelList"/>
    <dgm:cxn modelId="{49DF12AB-7376-4200-BB34-666A84A73A0D}" type="presParOf" srcId="{4A580B7D-0B38-4459-834C-8BFB1012AA15}" destId="{1C410F21-6676-4A0E-9BEB-A580F55A06F4}" srcOrd="2" destOrd="0" presId="urn:microsoft.com/office/officeart/2018/2/layout/IconLabelList"/>
    <dgm:cxn modelId="{4BEA5780-E4F2-4FE2-AAAA-3779BD383548}" type="presParOf" srcId="{8A85B37F-5C1C-43F5-ACBF-B127B3C23C57}" destId="{817DAF91-E9A6-4051-B3F8-43219BD97799}" srcOrd="3" destOrd="0" presId="urn:microsoft.com/office/officeart/2018/2/layout/IconLabelList"/>
    <dgm:cxn modelId="{D3D89BDA-1526-4418-8AF0-BEF33F343977}" type="presParOf" srcId="{8A85B37F-5C1C-43F5-ACBF-B127B3C23C57}" destId="{AF4D82ED-E688-4874-9759-0C1FFBC89662}" srcOrd="4" destOrd="0" presId="urn:microsoft.com/office/officeart/2018/2/layout/IconLabelList"/>
    <dgm:cxn modelId="{B72B02F7-7BF6-4636-85DF-F5B662E32E19}" type="presParOf" srcId="{AF4D82ED-E688-4874-9759-0C1FFBC89662}" destId="{DA848CD8-324F-4D7E-B74F-4BEE530461DA}" srcOrd="0" destOrd="0" presId="urn:microsoft.com/office/officeart/2018/2/layout/IconLabelList"/>
    <dgm:cxn modelId="{9B961064-C142-47B0-8F75-51C4E5F377D6}" type="presParOf" srcId="{AF4D82ED-E688-4874-9759-0C1FFBC89662}" destId="{61B84D76-CB37-4B40-A2F9-02359D49CCF9}" srcOrd="1" destOrd="0" presId="urn:microsoft.com/office/officeart/2018/2/layout/IconLabelList"/>
    <dgm:cxn modelId="{D9636568-93BA-41E6-9111-C80C645ED7B9}" type="presParOf" srcId="{AF4D82ED-E688-4874-9759-0C1FFBC89662}" destId="{16E9CFF5-A503-4DFF-92DA-3C0FC9C155C7}" srcOrd="2" destOrd="0" presId="urn:microsoft.com/office/officeart/2018/2/layout/IconLabelList"/>
    <dgm:cxn modelId="{F529ACCB-ECD6-4C96-883A-D91A2684FA60}" type="presParOf" srcId="{8A85B37F-5C1C-43F5-ACBF-B127B3C23C57}" destId="{A25ECA8B-937F-4374-8DD1-CCA2302ACFB3}" srcOrd="5" destOrd="0" presId="urn:microsoft.com/office/officeart/2018/2/layout/IconLabelList"/>
    <dgm:cxn modelId="{39FA80F1-3B93-49F3-A92A-56621FC9E4AE}" type="presParOf" srcId="{8A85B37F-5C1C-43F5-ACBF-B127B3C23C57}" destId="{A82C4F46-DD0C-4AD0-A1F8-CD9603609F8A}" srcOrd="6" destOrd="0" presId="urn:microsoft.com/office/officeart/2018/2/layout/IconLabelList"/>
    <dgm:cxn modelId="{F76AE23B-3BA7-42C3-B7D6-8371625E6033}" type="presParOf" srcId="{A82C4F46-DD0C-4AD0-A1F8-CD9603609F8A}" destId="{3AFADB38-0964-4572-B97D-8C44F98E657A}" srcOrd="0" destOrd="0" presId="urn:microsoft.com/office/officeart/2018/2/layout/IconLabelList"/>
    <dgm:cxn modelId="{2F2AC8E0-620E-484B-BD1B-1577C28D9368}" type="presParOf" srcId="{A82C4F46-DD0C-4AD0-A1F8-CD9603609F8A}" destId="{C498DE73-FB3C-4D8D-9C5B-4C3A248A464E}" srcOrd="1" destOrd="0" presId="urn:microsoft.com/office/officeart/2018/2/layout/IconLabelList"/>
    <dgm:cxn modelId="{C8230AF8-A4B3-463C-94D6-B2D0D3E3FE42}" type="presParOf" srcId="{A82C4F46-DD0C-4AD0-A1F8-CD9603609F8A}" destId="{7381BFC2-8889-492E-A582-0A12B557F3A3}" srcOrd="2" destOrd="0" presId="urn:microsoft.com/office/officeart/2018/2/layout/IconLabelList"/>
    <dgm:cxn modelId="{DF5DCE60-141C-4CD5-AE73-53E39653825F}" type="presParOf" srcId="{8A85B37F-5C1C-43F5-ACBF-B127B3C23C57}" destId="{704AD79B-14D8-4493-965C-F0DA47A6EA79}" srcOrd="7" destOrd="0" presId="urn:microsoft.com/office/officeart/2018/2/layout/IconLabelList"/>
    <dgm:cxn modelId="{B4AAEA3B-F816-4C12-95FF-6BF89771CAB4}" type="presParOf" srcId="{8A85B37F-5C1C-43F5-ACBF-B127B3C23C57}" destId="{3FCD88B4-112C-4460-9243-12CA9957F54C}" srcOrd="8" destOrd="0" presId="urn:microsoft.com/office/officeart/2018/2/layout/IconLabelList"/>
    <dgm:cxn modelId="{15E595A5-74ED-484E-A728-2F62A47B6B54}" type="presParOf" srcId="{3FCD88B4-112C-4460-9243-12CA9957F54C}" destId="{D13C6F9F-7467-4D61-9818-88BD9E6FD660}" srcOrd="0" destOrd="0" presId="urn:microsoft.com/office/officeart/2018/2/layout/IconLabelList"/>
    <dgm:cxn modelId="{4B98464F-526C-4A92-93CA-7FE95179FD13}" type="presParOf" srcId="{3FCD88B4-112C-4460-9243-12CA9957F54C}" destId="{ABCACF10-52BC-4764-ADFC-E67329B4D5E1}" srcOrd="1" destOrd="0" presId="urn:microsoft.com/office/officeart/2018/2/layout/IconLabelList"/>
    <dgm:cxn modelId="{B31C6873-9672-4AC2-A950-120DCB1B812C}" type="presParOf" srcId="{3FCD88B4-112C-4460-9243-12CA9957F54C}" destId="{216C1B8F-AD78-4C6E-B478-175DDB74230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B5FB9B4-F65C-427B-A6F8-B0F2E923F1FD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1E8E70-47A0-46CE-BA3C-FD148214326E}">
      <dgm:prSet/>
      <dgm:spPr>
        <a:solidFill>
          <a:srgbClr val="00B0F0"/>
        </a:solidFill>
      </dgm:spPr>
      <dgm:t>
        <a:bodyPr/>
        <a:lstStyle/>
        <a:p>
          <a:r>
            <a:rPr lang="en-US"/>
            <a:t>The schools and educators must agree on a framework for responsible AI in education.</a:t>
          </a:r>
        </a:p>
      </dgm:t>
    </dgm:pt>
    <dgm:pt modelId="{2D80C6E2-89D0-4434-BADD-CA63A449EFCB}" type="parTrans" cxnId="{75B161D2-030B-420E-9078-D1EF62A3BB49}">
      <dgm:prSet/>
      <dgm:spPr/>
      <dgm:t>
        <a:bodyPr/>
        <a:lstStyle/>
        <a:p>
          <a:endParaRPr lang="en-US"/>
        </a:p>
      </dgm:t>
    </dgm:pt>
    <dgm:pt modelId="{1A79831E-C4E7-4B9A-B3A8-A1C32750E880}" type="sibTrans" cxnId="{75B161D2-030B-420E-9078-D1EF62A3BB49}">
      <dgm:prSet/>
      <dgm:spPr/>
      <dgm:t>
        <a:bodyPr/>
        <a:lstStyle/>
        <a:p>
          <a:endParaRPr lang="en-US"/>
        </a:p>
      </dgm:t>
    </dgm:pt>
    <dgm:pt modelId="{D41E1589-AB96-4D2B-881C-49F960F6CB5E}">
      <dgm:prSet/>
      <dgm:spPr/>
      <dgm:t>
        <a:bodyPr/>
        <a:lstStyle/>
        <a:p>
          <a:r>
            <a:rPr lang="en-US" dirty="0"/>
            <a:t>I want to create a website with guidelines on the responsible use of AI for students based on an ethical AI code of conduct. </a:t>
          </a:r>
        </a:p>
      </dgm:t>
    </dgm:pt>
    <dgm:pt modelId="{8B230507-3C55-49B0-8281-A6FCA69F50D0}" type="parTrans" cxnId="{0CA9B390-516E-4A2A-8511-00352BBD3760}">
      <dgm:prSet/>
      <dgm:spPr/>
      <dgm:t>
        <a:bodyPr/>
        <a:lstStyle/>
        <a:p>
          <a:endParaRPr lang="en-US"/>
        </a:p>
      </dgm:t>
    </dgm:pt>
    <dgm:pt modelId="{791DC340-7395-4456-990C-33979DD23911}" type="sibTrans" cxnId="{0CA9B390-516E-4A2A-8511-00352BBD3760}">
      <dgm:prSet/>
      <dgm:spPr/>
      <dgm:t>
        <a:bodyPr/>
        <a:lstStyle/>
        <a:p>
          <a:endParaRPr lang="en-US"/>
        </a:p>
      </dgm:t>
    </dgm:pt>
    <dgm:pt modelId="{9C125737-41AC-4916-A81F-38DC896123DD}">
      <dgm:prSet/>
      <dgm:spPr/>
      <dgm:t>
        <a:bodyPr/>
        <a:lstStyle/>
        <a:p>
          <a:r>
            <a:rPr lang="en-US"/>
            <a:t>Create mechanisms like minigames to keep users captivated</a:t>
          </a:r>
        </a:p>
      </dgm:t>
    </dgm:pt>
    <dgm:pt modelId="{CE22C5E0-75FA-4598-AAD5-BE33418147C5}" type="parTrans" cxnId="{B0433699-9AEA-49D2-922D-C38D93CA469E}">
      <dgm:prSet/>
      <dgm:spPr/>
      <dgm:t>
        <a:bodyPr/>
        <a:lstStyle/>
        <a:p>
          <a:endParaRPr lang="en-US"/>
        </a:p>
      </dgm:t>
    </dgm:pt>
    <dgm:pt modelId="{ED3A0637-1BE0-495F-BFFF-F46CA5DD24FB}" type="sibTrans" cxnId="{B0433699-9AEA-49D2-922D-C38D93CA469E}">
      <dgm:prSet/>
      <dgm:spPr/>
      <dgm:t>
        <a:bodyPr/>
        <a:lstStyle/>
        <a:p>
          <a:endParaRPr lang="en-US"/>
        </a:p>
      </dgm:t>
    </dgm:pt>
    <dgm:pt modelId="{1D8A6843-34FB-4F9B-B15F-576134B6B9E1}">
      <dgm:prSet/>
      <dgm:spPr/>
      <dgm:t>
        <a:bodyPr/>
        <a:lstStyle/>
        <a:p>
          <a:r>
            <a:rPr lang="en-US" dirty="0"/>
            <a:t>Create quizzes that educate students </a:t>
          </a:r>
          <a:r>
            <a:rPr lang="en-US"/>
            <a:t>about the responsible </a:t>
          </a:r>
          <a:r>
            <a:rPr lang="en-US" dirty="0"/>
            <a:t>use of AI in a light, playful tone</a:t>
          </a:r>
        </a:p>
      </dgm:t>
    </dgm:pt>
    <dgm:pt modelId="{E373F61A-B5CE-40BE-8C1E-760D130A6A25}" type="parTrans" cxnId="{86BFAF4C-E8A9-4E8A-A520-6C1BADE15786}">
      <dgm:prSet/>
      <dgm:spPr/>
      <dgm:t>
        <a:bodyPr/>
        <a:lstStyle/>
        <a:p>
          <a:endParaRPr lang="en-US"/>
        </a:p>
      </dgm:t>
    </dgm:pt>
    <dgm:pt modelId="{0BF57FEA-ABE9-4B02-B216-21B042AAEA3B}" type="sibTrans" cxnId="{86BFAF4C-E8A9-4E8A-A520-6C1BADE15786}">
      <dgm:prSet/>
      <dgm:spPr/>
      <dgm:t>
        <a:bodyPr/>
        <a:lstStyle/>
        <a:p>
          <a:endParaRPr lang="en-US"/>
        </a:p>
      </dgm:t>
    </dgm:pt>
    <dgm:pt modelId="{4101CE44-4DF6-48E3-9A0E-CD15BBE17CE6}" type="pres">
      <dgm:prSet presAssocID="{9B5FB9B4-F65C-427B-A6F8-B0F2E923F1FD}" presName="outerComposite" presStyleCnt="0">
        <dgm:presLayoutVars>
          <dgm:chMax val="5"/>
          <dgm:dir/>
          <dgm:resizeHandles val="exact"/>
        </dgm:presLayoutVars>
      </dgm:prSet>
      <dgm:spPr/>
    </dgm:pt>
    <dgm:pt modelId="{EC40708C-3E9D-4273-A411-B40288E14CB5}" type="pres">
      <dgm:prSet presAssocID="{9B5FB9B4-F65C-427B-A6F8-B0F2E923F1FD}" presName="dummyMaxCanvas" presStyleCnt="0">
        <dgm:presLayoutVars/>
      </dgm:prSet>
      <dgm:spPr/>
    </dgm:pt>
    <dgm:pt modelId="{3381DAF0-1782-41B3-86A8-D8ACC81B5677}" type="pres">
      <dgm:prSet presAssocID="{9B5FB9B4-F65C-427B-A6F8-B0F2E923F1FD}" presName="FourNodes_1" presStyleLbl="node1" presStyleIdx="0" presStyleCnt="4">
        <dgm:presLayoutVars>
          <dgm:bulletEnabled val="1"/>
        </dgm:presLayoutVars>
      </dgm:prSet>
      <dgm:spPr/>
    </dgm:pt>
    <dgm:pt modelId="{8C74719E-0266-49AF-93A6-97A35DC79C34}" type="pres">
      <dgm:prSet presAssocID="{9B5FB9B4-F65C-427B-A6F8-B0F2E923F1FD}" presName="FourNodes_2" presStyleLbl="node1" presStyleIdx="1" presStyleCnt="4">
        <dgm:presLayoutVars>
          <dgm:bulletEnabled val="1"/>
        </dgm:presLayoutVars>
      </dgm:prSet>
      <dgm:spPr/>
    </dgm:pt>
    <dgm:pt modelId="{83510003-DB0F-4936-9DAE-5139589CFD11}" type="pres">
      <dgm:prSet presAssocID="{9B5FB9B4-F65C-427B-A6F8-B0F2E923F1FD}" presName="FourNodes_3" presStyleLbl="node1" presStyleIdx="2" presStyleCnt="4">
        <dgm:presLayoutVars>
          <dgm:bulletEnabled val="1"/>
        </dgm:presLayoutVars>
      </dgm:prSet>
      <dgm:spPr/>
    </dgm:pt>
    <dgm:pt modelId="{0FA621B7-A846-4D15-97D5-CA637F880083}" type="pres">
      <dgm:prSet presAssocID="{9B5FB9B4-F65C-427B-A6F8-B0F2E923F1FD}" presName="FourNodes_4" presStyleLbl="node1" presStyleIdx="3" presStyleCnt="4">
        <dgm:presLayoutVars>
          <dgm:bulletEnabled val="1"/>
        </dgm:presLayoutVars>
      </dgm:prSet>
      <dgm:spPr/>
    </dgm:pt>
    <dgm:pt modelId="{AB8749FF-624B-475F-BECB-528B337D52FE}" type="pres">
      <dgm:prSet presAssocID="{9B5FB9B4-F65C-427B-A6F8-B0F2E923F1FD}" presName="FourConn_1-2" presStyleLbl="fgAccFollowNode1" presStyleIdx="0" presStyleCnt="3">
        <dgm:presLayoutVars>
          <dgm:bulletEnabled val="1"/>
        </dgm:presLayoutVars>
      </dgm:prSet>
      <dgm:spPr/>
    </dgm:pt>
    <dgm:pt modelId="{FB5F73BC-EAAA-4812-A705-417671DB8211}" type="pres">
      <dgm:prSet presAssocID="{9B5FB9B4-F65C-427B-A6F8-B0F2E923F1FD}" presName="FourConn_2-3" presStyleLbl="fgAccFollowNode1" presStyleIdx="1" presStyleCnt="3">
        <dgm:presLayoutVars>
          <dgm:bulletEnabled val="1"/>
        </dgm:presLayoutVars>
      </dgm:prSet>
      <dgm:spPr/>
    </dgm:pt>
    <dgm:pt modelId="{6D9CB502-4DF5-45ED-8F6D-FB162B698E6B}" type="pres">
      <dgm:prSet presAssocID="{9B5FB9B4-F65C-427B-A6F8-B0F2E923F1FD}" presName="FourConn_3-4" presStyleLbl="fgAccFollowNode1" presStyleIdx="2" presStyleCnt="3">
        <dgm:presLayoutVars>
          <dgm:bulletEnabled val="1"/>
        </dgm:presLayoutVars>
      </dgm:prSet>
      <dgm:spPr/>
    </dgm:pt>
    <dgm:pt modelId="{15B9BC24-862F-42EB-9573-2B452CF6B934}" type="pres">
      <dgm:prSet presAssocID="{9B5FB9B4-F65C-427B-A6F8-B0F2E923F1FD}" presName="FourNodes_1_text" presStyleLbl="node1" presStyleIdx="3" presStyleCnt="4">
        <dgm:presLayoutVars>
          <dgm:bulletEnabled val="1"/>
        </dgm:presLayoutVars>
      </dgm:prSet>
      <dgm:spPr/>
    </dgm:pt>
    <dgm:pt modelId="{500F9CAA-4384-4BDB-AAC2-2F0B885148ED}" type="pres">
      <dgm:prSet presAssocID="{9B5FB9B4-F65C-427B-A6F8-B0F2E923F1FD}" presName="FourNodes_2_text" presStyleLbl="node1" presStyleIdx="3" presStyleCnt="4">
        <dgm:presLayoutVars>
          <dgm:bulletEnabled val="1"/>
        </dgm:presLayoutVars>
      </dgm:prSet>
      <dgm:spPr/>
    </dgm:pt>
    <dgm:pt modelId="{0EFCA770-B00A-44EF-98F0-A00B95811C5A}" type="pres">
      <dgm:prSet presAssocID="{9B5FB9B4-F65C-427B-A6F8-B0F2E923F1FD}" presName="FourNodes_3_text" presStyleLbl="node1" presStyleIdx="3" presStyleCnt="4">
        <dgm:presLayoutVars>
          <dgm:bulletEnabled val="1"/>
        </dgm:presLayoutVars>
      </dgm:prSet>
      <dgm:spPr/>
    </dgm:pt>
    <dgm:pt modelId="{EE0F3588-AF21-4C75-AD56-034650176634}" type="pres">
      <dgm:prSet presAssocID="{9B5FB9B4-F65C-427B-A6F8-B0F2E923F1FD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274D5C10-362B-455C-9386-D965539FF3DD}" type="presOf" srcId="{ED3A0637-1BE0-495F-BFFF-F46CA5DD24FB}" destId="{6D9CB502-4DF5-45ED-8F6D-FB162B698E6B}" srcOrd="0" destOrd="0" presId="urn:microsoft.com/office/officeart/2005/8/layout/vProcess5"/>
    <dgm:cxn modelId="{5C501520-5889-4152-961D-36E217C48734}" type="presOf" srcId="{1D8A6843-34FB-4F9B-B15F-576134B6B9E1}" destId="{EE0F3588-AF21-4C75-AD56-034650176634}" srcOrd="1" destOrd="0" presId="urn:microsoft.com/office/officeart/2005/8/layout/vProcess5"/>
    <dgm:cxn modelId="{7B807722-5091-4353-94C9-31E08C538400}" type="presOf" srcId="{1D8A6843-34FB-4F9B-B15F-576134B6B9E1}" destId="{0FA621B7-A846-4D15-97D5-CA637F880083}" srcOrd="0" destOrd="0" presId="urn:microsoft.com/office/officeart/2005/8/layout/vProcess5"/>
    <dgm:cxn modelId="{03795825-970F-48AB-B61B-A1E161B0CECB}" type="presOf" srcId="{791DC340-7395-4456-990C-33979DD23911}" destId="{FB5F73BC-EAAA-4812-A705-417671DB8211}" srcOrd="0" destOrd="0" presId="urn:microsoft.com/office/officeart/2005/8/layout/vProcess5"/>
    <dgm:cxn modelId="{C5722429-436B-4163-B749-09501F91B798}" type="presOf" srcId="{1A79831E-C4E7-4B9A-B3A8-A1C32750E880}" destId="{AB8749FF-624B-475F-BECB-528B337D52FE}" srcOrd="0" destOrd="0" presId="urn:microsoft.com/office/officeart/2005/8/layout/vProcess5"/>
    <dgm:cxn modelId="{AF4D362D-EF91-45FD-BF4E-14CC1C4E8584}" type="presOf" srcId="{9B5FB9B4-F65C-427B-A6F8-B0F2E923F1FD}" destId="{4101CE44-4DF6-48E3-9A0E-CD15BBE17CE6}" srcOrd="0" destOrd="0" presId="urn:microsoft.com/office/officeart/2005/8/layout/vProcess5"/>
    <dgm:cxn modelId="{1FC9B042-F2FB-4CDF-8BD9-AA021142794E}" type="presOf" srcId="{9C125737-41AC-4916-A81F-38DC896123DD}" destId="{83510003-DB0F-4936-9DAE-5139589CFD11}" srcOrd="0" destOrd="0" presId="urn:microsoft.com/office/officeart/2005/8/layout/vProcess5"/>
    <dgm:cxn modelId="{BF2B6148-1CDC-438E-808F-D938BDC92F36}" type="presOf" srcId="{D41E1589-AB96-4D2B-881C-49F960F6CB5E}" destId="{500F9CAA-4384-4BDB-AAC2-2F0B885148ED}" srcOrd="1" destOrd="0" presId="urn:microsoft.com/office/officeart/2005/8/layout/vProcess5"/>
    <dgm:cxn modelId="{86BFAF4C-E8A9-4E8A-A520-6C1BADE15786}" srcId="{9B5FB9B4-F65C-427B-A6F8-B0F2E923F1FD}" destId="{1D8A6843-34FB-4F9B-B15F-576134B6B9E1}" srcOrd="3" destOrd="0" parTransId="{E373F61A-B5CE-40BE-8C1E-760D130A6A25}" sibTransId="{0BF57FEA-ABE9-4B02-B216-21B042AAEA3B}"/>
    <dgm:cxn modelId="{0CA9B390-516E-4A2A-8511-00352BBD3760}" srcId="{9B5FB9B4-F65C-427B-A6F8-B0F2E923F1FD}" destId="{D41E1589-AB96-4D2B-881C-49F960F6CB5E}" srcOrd="1" destOrd="0" parTransId="{8B230507-3C55-49B0-8281-A6FCA69F50D0}" sibTransId="{791DC340-7395-4456-990C-33979DD23911}"/>
    <dgm:cxn modelId="{B0433699-9AEA-49D2-922D-C38D93CA469E}" srcId="{9B5FB9B4-F65C-427B-A6F8-B0F2E923F1FD}" destId="{9C125737-41AC-4916-A81F-38DC896123DD}" srcOrd="2" destOrd="0" parTransId="{CE22C5E0-75FA-4598-AAD5-BE33418147C5}" sibTransId="{ED3A0637-1BE0-495F-BFFF-F46CA5DD24FB}"/>
    <dgm:cxn modelId="{83B321B1-C580-450F-86AD-53A2F90CAC8A}" type="presOf" srcId="{CA1E8E70-47A0-46CE-BA3C-FD148214326E}" destId="{3381DAF0-1782-41B3-86A8-D8ACC81B5677}" srcOrd="0" destOrd="0" presId="urn:microsoft.com/office/officeart/2005/8/layout/vProcess5"/>
    <dgm:cxn modelId="{75B161D2-030B-420E-9078-D1EF62A3BB49}" srcId="{9B5FB9B4-F65C-427B-A6F8-B0F2E923F1FD}" destId="{CA1E8E70-47A0-46CE-BA3C-FD148214326E}" srcOrd="0" destOrd="0" parTransId="{2D80C6E2-89D0-4434-BADD-CA63A449EFCB}" sibTransId="{1A79831E-C4E7-4B9A-B3A8-A1C32750E880}"/>
    <dgm:cxn modelId="{813791E3-5434-4134-B242-DAAC42BA4DFB}" type="presOf" srcId="{CA1E8E70-47A0-46CE-BA3C-FD148214326E}" destId="{15B9BC24-862F-42EB-9573-2B452CF6B934}" srcOrd="1" destOrd="0" presId="urn:microsoft.com/office/officeart/2005/8/layout/vProcess5"/>
    <dgm:cxn modelId="{9E17A4F7-40E0-420E-8B4A-E567D85C3F94}" type="presOf" srcId="{9C125737-41AC-4916-A81F-38DC896123DD}" destId="{0EFCA770-B00A-44EF-98F0-A00B95811C5A}" srcOrd="1" destOrd="0" presId="urn:microsoft.com/office/officeart/2005/8/layout/vProcess5"/>
    <dgm:cxn modelId="{59E839FE-87C8-4940-8367-5E4BDA67B5D2}" type="presOf" srcId="{D41E1589-AB96-4D2B-881C-49F960F6CB5E}" destId="{8C74719E-0266-49AF-93A6-97A35DC79C34}" srcOrd="0" destOrd="0" presId="urn:microsoft.com/office/officeart/2005/8/layout/vProcess5"/>
    <dgm:cxn modelId="{E4237135-E5BE-429E-B61A-1BE5E11C4843}" type="presParOf" srcId="{4101CE44-4DF6-48E3-9A0E-CD15BBE17CE6}" destId="{EC40708C-3E9D-4273-A411-B40288E14CB5}" srcOrd="0" destOrd="0" presId="urn:microsoft.com/office/officeart/2005/8/layout/vProcess5"/>
    <dgm:cxn modelId="{00E4914B-1B39-4CB7-B213-A365192B5C9E}" type="presParOf" srcId="{4101CE44-4DF6-48E3-9A0E-CD15BBE17CE6}" destId="{3381DAF0-1782-41B3-86A8-D8ACC81B5677}" srcOrd="1" destOrd="0" presId="urn:microsoft.com/office/officeart/2005/8/layout/vProcess5"/>
    <dgm:cxn modelId="{FCC7C298-7803-4081-907E-670519AA44F9}" type="presParOf" srcId="{4101CE44-4DF6-48E3-9A0E-CD15BBE17CE6}" destId="{8C74719E-0266-49AF-93A6-97A35DC79C34}" srcOrd="2" destOrd="0" presId="urn:microsoft.com/office/officeart/2005/8/layout/vProcess5"/>
    <dgm:cxn modelId="{45DF6B01-CBC6-4DA7-BF70-69349EA6E4C9}" type="presParOf" srcId="{4101CE44-4DF6-48E3-9A0E-CD15BBE17CE6}" destId="{83510003-DB0F-4936-9DAE-5139589CFD11}" srcOrd="3" destOrd="0" presId="urn:microsoft.com/office/officeart/2005/8/layout/vProcess5"/>
    <dgm:cxn modelId="{06871A29-266B-450E-8EF4-EBE812EFB2BB}" type="presParOf" srcId="{4101CE44-4DF6-48E3-9A0E-CD15BBE17CE6}" destId="{0FA621B7-A846-4D15-97D5-CA637F880083}" srcOrd="4" destOrd="0" presId="urn:microsoft.com/office/officeart/2005/8/layout/vProcess5"/>
    <dgm:cxn modelId="{76A9343F-7741-4666-B5E0-F0E246344263}" type="presParOf" srcId="{4101CE44-4DF6-48E3-9A0E-CD15BBE17CE6}" destId="{AB8749FF-624B-475F-BECB-528B337D52FE}" srcOrd="5" destOrd="0" presId="urn:microsoft.com/office/officeart/2005/8/layout/vProcess5"/>
    <dgm:cxn modelId="{A81601A7-8FA9-439D-94A0-A20604CAD5DE}" type="presParOf" srcId="{4101CE44-4DF6-48E3-9A0E-CD15BBE17CE6}" destId="{FB5F73BC-EAAA-4812-A705-417671DB8211}" srcOrd="6" destOrd="0" presId="urn:microsoft.com/office/officeart/2005/8/layout/vProcess5"/>
    <dgm:cxn modelId="{402FA152-D2C5-41CC-AAF3-691C3A2303C4}" type="presParOf" srcId="{4101CE44-4DF6-48E3-9A0E-CD15BBE17CE6}" destId="{6D9CB502-4DF5-45ED-8F6D-FB162B698E6B}" srcOrd="7" destOrd="0" presId="urn:microsoft.com/office/officeart/2005/8/layout/vProcess5"/>
    <dgm:cxn modelId="{6484F80C-A7B1-4004-8042-6BFC56815B36}" type="presParOf" srcId="{4101CE44-4DF6-48E3-9A0E-CD15BBE17CE6}" destId="{15B9BC24-862F-42EB-9573-2B452CF6B934}" srcOrd="8" destOrd="0" presId="urn:microsoft.com/office/officeart/2005/8/layout/vProcess5"/>
    <dgm:cxn modelId="{9BF8D437-2244-435C-9FD0-E4EE83DE3EB8}" type="presParOf" srcId="{4101CE44-4DF6-48E3-9A0E-CD15BBE17CE6}" destId="{500F9CAA-4384-4BDB-AAC2-2F0B885148ED}" srcOrd="9" destOrd="0" presId="urn:microsoft.com/office/officeart/2005/8/layout/vProcess5"/>
    <dgm:cxn modelId="{35AE8BD8-1F33-412B-B397-074BA18E8177}" type="presParOf" srcId="{4101CE44-4DF6-48E3-9A0E-CD15BBE17CE6}" destId="{0EFCA770-B00A-44EF-98F0-A00B95811C5A}" srcOrd="10" destOrd="0" presId="urn:microsoft.com/office/officeart/2005/8/layout/vProcess5"/>
    <dgm:cxn modelId="{38BCE833-A757-42A1-9659-EEE31D40B9A1}" type="presParOf" srcId="{4101CE44-4DF6-48E3-9A0E-CD15BBE17CE6}" destId="{EE0F3588-AF21-4C75-AD56-034650176634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3293B40-8C39-41D6-8767-B503FB11222F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AAC7F33-7231-422C-A6C6-229BF6ED9868}">
      <dgm:prSet/>
      <dgm:spPr/>
      <dgm:t>
        <a:bodyPr/>
        <a:lstStyle/>
        <a:p>
          <a:r>
            <a:rPr lang="en-US"/>
            <a:t>AI is a reality, don’t block it, rather embrace it.</a:t>
          </a:r>
        </a:p>
      </dgm:t>
    </dgm:pt>
    <dgm:pt modelId="{65825007-9DE7-46B4-B2B7-C16BD2182B74}" type="parTrans" cxnId="{3C847AC1-C5C5-4233-A5B6-07967AAC4060}">
      <dgm:prSet/>
      <dgm:spPr/>
      <dgm:t>
        <a:bodyPr/>
        <a:lstStyle/>
        <a:p>
          <a:endParaRPr lang="en-US"/>
        </a:p>
      </dgm:t>
    </dgm:pt>
    <dgm:pt modelId="{27EE6F75-C16B-4DF3-8AA9-35CDF5CB8878}" type="sibTrans" cxnId="{3C847AC1-C5C5-4233-A5B6-07967AAC4060}">
      <dgm:prSet/>
      <dgm:spPr/>
      <dgm:t>
        <a:bodyPr/>
        <a:lstStyle/>
        <a:p>
          <a:endParaRPr lang="en-US"/>
        </a:p>
      </dgm:t>
    </dgm:pt>
    <dgm:pt modelId="{123D31BF-D0FD-4239-A9CB-6782ED1A47C9}">
      <dgm:prSet/>
      <dgm:spPr/>
      <dgm:t>
        <a:bodyPr/>
        <a:lstStyle/>
        <a:p>
          <a:r>
            <a:rPr lang="en-US"/>
            <a:t>The majority of students (and teachers) are unaware of a responsible AI framework.</a:t>
          </a:r>
        </a:p>
      </dgm:t>
    </dgm:pt>
    <dgm:pt modelId="{944000EA-BD2A-4A32-A2CA-A5F08A55C9FF}" type="parTrans" cxnId="{AF736DCD-A3E0-4308-A34E-1E5504E7AF12}">
      <dgm:prSet/>
      <dgm:spPr/>
      <dgm:t>
        <a:bodyPr/>
        <a:lstStyle/>
        <a:p>
          <a:endParaRPr lang="en-US"/>
        </a:p>
      </dgm:t>
    </dgm:pt>
    <dgm:pt modelId="{D1B687F3-BDB0-4AF8-A9E5-2D2ADF73ADB4}" type="sibTrans" cxnId="{AF736DCD-A3E0-4308-A34E-1E5504E7AF12}">
      <dgm:prSet/>
      <dgm:spPr/>
      <dgm:t>
        <a:bodyPr/>
        <a:lstStyle/>
        <a:p>
          <a:endParaRPr lang="en-US"/>
        </a:p>
      </dgm:t>
    </dgm:pt>
    <dgm:pt modelId="{4A363A62-6335-472D-8231-187323E53275}">
      <dgm:prSet/>
      <dgm:spPr/>
      <dgm:t>
        <a:bodyPr/>
        <a:lstStyle/>
        <a:p>
          <a:r>
            <a:rPr lang="en-US" dirty="0"/>
            <a:t>Schools should enforce policies that help both students and teachers use AI more responsibly.</a:t>
          </a:r>
        </a:p>
      </dgm:t>
    </dgm:pt>
    <dgm:pt modelId="{F933472B-AC7D-4FF8-B6E2-85EAAF7B2C76}" type="parTrans" cxnId="{FE85A109-2838-4A0C-94AA-2E4DCA9BE679}">
      <dgm:prSet/>
      <dgm:spPr/>
      <dgm:t>
        <a:bodyPr/>
        <a:lstStyle/>
        <a:p>
          <a:endParaRPr lang="en-US"/>
        </a:p>
      </dgm:t>
    </dgm:pt>
    <dgm:pt modelId="{8252917E-DA86-4181-A943-AFA3A676770B}" type="sibTrans" cxnId="{FE85A109-2838-4A0C-94AA-2E4DCA9BE679}">
      <dgm:prSet/>
      <dgm:spPr/>
      <dgm:t>
        <a:bodyPr/>
        <a:lstStyle/>
        <a:p>
          <a:endParaRPr lang="en-US"/>
        </a:p>
      </dgm:t>
    </dgm:pt>
    <dgm:pt modelId="{BDE61078-079F-4B68-B2FD-124AD249048C}">
      <dgm:prSet/>
      <dgm:spPr/>
      <dgm:t>
        <a:bodyPr/>
        <a:lstStyle/>
        <a:p>
          <a:r>
            <a:rPr lang="en-US" dirty="0"/>
            <a:t>Responsible AI should be part of the curriculum.</a:t>
          </a:r>
        </a:p>
      </dgm:t>
    </dgm:pt>
    <dgm:pt modelId="{8D828D2E-FB56-4D40-A189-ED83506E02C4}" type="parTrans" cxnId="{1BAA96B6-0117-4B75-92AA-C31EC62EA4E3}">
      <dgm:prSet/>
      <dgm:spPr/>
      <dgm:t>
        <a:bodyPr/>
        <a:lstStyle/>
        <a:p>
          <a:endParaRPr lang="en-US"/>
        </a:p>
      </dgm:t>
    </dgm:pt>
    <dgm:pt modelId="{D10425F8-B48A-4EEE-A519-320E8399717F}" type="sibTrans" cxnId="{1BAA96B6-0117-4B75-92AA-C31EC62EA4E3}">
      <dgm:prSet/>
      <dgm:spPr/>
      <dgm:t>
        <a:bodyPr/>
        <a:lstStyle/>
        <a:p>
          <a:endParaRPr lang="en-US"/>
        </a:p>
      </dgm:t>
    </dgm:pt>
    <dgm:pt modelId="{12A68BEA-FC70-40A8-B887-AE6973127E96}" type="pres">
      <dgm:prSet presAssocID="{23293B40-8C39-41D6-8767-B503FB11222F}" presName="root" presStyleCnt="0">
        <dgm:presLayoutVars>
          <dgm:dir/>
          <dgm:resizeHandles val="exact"/>
        </dgm:presLayoutVars>
      </dgm:prSet>
      <dgm:spPr/>
    </dgm:pt>
    <dgm:pt modelId="{6165C3E3-878A-4D5C-ACCF-17AE83BA2AC6}" type="pres">
      <dgm:prSet presAssocID="{23293B40-8C39-41D6-8767-B503FB11222F}" presName="container" presStyleCnt="0">
        <dgm:presLayoutVars>
          <dgm:dir/>
          <dgm:resizeHandles val="exact"/>
        </dgm:presLayoutVars>
      </dgm:prSet>
      <dgm:spPr/>
    </dgm:pt>
    <dgm:pt modelId="{8DF92297-4D99-4736-A4EF-9B1E0F653A55}" type="pres">
      <dgm:prSet presAssocID="{1AAC7F33-7231-422C-A6C6-229BF6ED9868}" presName="compNode" presStyleCnt="0"/>
      <dgm:spPr/>
    </dgm:pt>
    <dgm:pt modelId="{F6E2A921-F4DC-42CE-A769-5594DF534672}" type="pres">
      <dgm:prSet presAssocID="{1AAC7F33-7231-422C-A6C6-229BF6ED9868}" presName="iconBgRect" presStyleLbl="bgShp" presStyleIdx="0" presStyleCnt="4"/>
      <dgm:spPr/>
    </dgm:pt>
    <dgm:pt modelId="{43B273C9-7D85-40AE-954E-DDBA767EB72E}" type="pres">
      <dgm:prSet presAssocID="{1AAC7F33-7231-422C-A6C6-229BF6ED986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son with Idea"/>
        </a:ext>
      </dgm:extLst>
    </dgm:pt>
    <dgm:pt modelId="{62324139-ED15-44BE-AA13-13A17B21BE5F}" type="pres">
      <dgm:prSet presAssocID="{1AAC7F33-7231-422C-A6C6-229BF6ED9868}" presName="spaceRect" presStyleCnt="0"/>
      <dgm:spPr/>
    </dgm:pt>
    <dgm:pt modelId="{BD68CB6B-4468-47E3-8426-EC762E15839F}" type="pres">
      <dgm:prSet presAssocID="{1AAC7F33-7231-422C-A6C6-229BF6ED9868}" presName="textRect" presStyleLbl="revTx" presStyleIdx="0" presStyleCnt="4">
        <dgm:presLayoutVars>
          <dgm:chMax val="1"/>
          <dgm:chPref val="1"/>
        </dgm:presLayoutVars>
      </dgm:prSet>
      <dgm:spPr/>
    </dgm:pt>
    <dgm:pt modelId="{78C0AFBF-3341-4FB7-A242-851567F07CEE}" type="pres">
      <dgm:prSet presAssocID="{27EE6F75-C16B-4DF3-8AA9-35CDF5CB8878}" presName="sibTrans" presStyleLbl="sibTrans2D1" presStyleIdx="0" presStyleCnt="0"/>
      <dgm:spPr/>
    </dgm:pt>
    <dgm:pt modelId="{2F4D34D5-AAF5-4AA8-BA81-FE2FD6E88DCE}" type="pres">
      <dgm:prSet presAssocID="{123D31BF-D0FD-4239-A9CB-6782ED1A47C9}" presName="compNode" presStyleCnt="0"/>
      <dgm:spPr/>
    </dgm:pt>
    <dgm:pt modelId="{7675778C-0CD5-4670-8CC5-277247578935}" type="pres">
      <dgm:prSet presAssocID="{123D31BF-D0FD-4239-A9CB-6782ED1A47C9}" presName="iconBgRect" presStyleLbl="bgShp" presStyleIdx="1" presStyleCnt="4"/>
      <dgm:spPr/>
    </dgm:pt>
    <dgm:pt modelId="{5FF535B3-A0A3-4952-BE8F-AF2DC4181B15}" type="pres">
      <dgm:prSet presAssocID="{123D31BF-D0FD-4239-A9CB-6782ED1A47C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8D6062E7-807A-4823-ADBE-2BA00255C441}" type="pres">
      <dgm:prSet presAssocID="{123D31BF-D0FD-4239-A9CB-6782ED1A47C9}" presName="spaceRect" presStyleCnt="0"/>
      <dgm:spPr/>
    </dgm:pt>
    <dgm:pt modelId="{DD67088A-7E68-440E-89F7-E75EC10AA79D}" type="pres">
      <dgm:prSet presAssocID="{123D31BF-D0FD-4239-A9CB-6782ED1A47C9}" presName="textRect" presStyleLbl="revTx" presStyleIdx="1" presStyleCnt="4">
        <dgm:presLayoutVars>
          <dgm:chMax val="1"/>
          <dgm:chPref val="1"/>
        </dgm:presLayoutVars>
      </dgm:prSet>
      <dgm:spPr/>
    </dgm:pt>
    <dgm:pt modelId="{2EDA830A-BC89-411C-AD75-45598649F069}" type="pres">
      <dgm:prSet presAssocID="{D1B687F3-BDB0-4AF8-A9E5-2D2ADF73ADB4}" presName="sibTrans" presStyleLbl="sibTrans2D1" presStyleIdx="0" presStyleCnt="0"/>
      <dgm:spPr/>
    </dgm:pt>
    <dgm:pt modelId="{0F9FBB18-6046-4EDD-A40D-664889697D19}" type="pres">
      <dgm:prSet presAssocID="{4A363A62-6335-472D-8231-187323E53275}" presName="compNode" presStyleCnt="0"/>
      <dgm:spPr/>
    </dgm:pt>
    <dgm:pt modelId="{DA424AB0-1CDF-41F7-BA83-C0A385E4B896}" type="pres">
      <dgm:prSet presAssocID="{4A363A62-6335-472D-8231-187323E53275}" presName="iconBgRect" presStyleLbl="bgShp" presStyleIdx="2" presStyleCnt="4"/>
      <dgm:spPr/>
    </dgm:pt>
    <dgm:pt modelId="{5F9E35D8-54D4-47F3-88A7-5630F8DA5CB2}" type="pres">
      <dgm:prSet presAssocID="{4A363A62-6335-472D-8231-187323E5327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74448BFD-158F-4EEE-BDE9-44A39256C009}" type="pres">
      <dgm:prSet presAssocID="{4A363A62-6335-472D-8231-187323E53275}" presName="spaceRect" presStyleCnt="0"/>
      <dgm:spPr/>
    </dgm:pt>
    <dgm:pt modelId="{6C6C3415-8D88-40DD-9FB2-7053FE2C86D3}" type="pres">
      <dgm:prSet presAssocID="{4A363A62-6335-472D-8231-187323E53275}" presName="textRect" presStyleLbl="revTx" presStyleIdx="2" presStyleCnt="4">
        <dgm:presLayoutVars>
          <dgm:chMax val="1"/>
          <dgm:chPref val="1"/>
        </dgm:presLayoutVars>
      </dgm:prSet>
      <dgm:spPr/>
    </dgm:pt>
    <dgm:pt modelId="{819BE5CB-7DE1-4BFF-B8AD-277E36A1B743}" type="pres">
      <dgm:prSet presAssocID="{8252917E-DA86-4181-A943-AFA3A676770B}" presName="sibTrans" presStyleLbl="sibTrans2D1" presStyleIdx="0" presStyleCnt="0"/>
      <dgm:spPr/>
    </dgm:pt>
    <dgm:pt modelId="{FCA7AAB9-50AF-4684-BA63-4F495597679A}" type="pres">
      <dgm:prSet presAssocID="{BDE61078-079F-4B68-B2FD-124AD249048C}" presName="compNode" presStyleCnt="0"/>
      <dgm:spPr/>
    </dgm:pt>
    <dgm:pt modelId="{86B7D6D9-F632-4B0A-87ED-0EE0377D1F12}" type="pres">
      <dgm:prSet presAssocID="{BDE61078-079F-4B68-B2FD-124AD249048C}" presName="iconBgRect" presStyleLbl="bgShp" presStyleIdx="3" presStyleCnt="4"/>
      <dgm:spPr/>
    </dgm:pt>
    <dgm:pt modelId="{04668A47-359B-4E8B-B19F-FDC22C8BD83E}" type="pres">
      <dgm:prSet presAssocID="{BDE61078-079F-4B68-B2FD-124AD249048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46F4B236-2734-4093-965A-D6E960C4C668}" type="pres">
      <dgm:prSet presAssocID="{BDE61078-079F-4B68-B2FD-124AD249048C}" presName="spaceRect" presStyleCnt="0"/>
      <dgm:spPr/>
    </dgm:pt>
    <dgm:pt modelId="{37511465-7EE9-491D-AA4D-B74EC10600F7}" type="pres">
      <dgm:prSet presAssocID="{BDE61078-079F-4B68-B2FD-124AD249048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31BCE05-1F50-4172-AB86-35103C8B1DB8}" type="presOf" srcId="{1AAC7F33-7231-422C-A6C6-229BF6ED9868}" destId="{BD68CB6B-4468-47E3-8426-EC762E15839F}" srcOrd="0" destOrd="0" presId="urn:microsoft.com/office/officeart/2018/2/layout/IconCircleList"/>
    <dgm:cxn modelId="{FE85A109-2838-4A0C-94AA-2E4DCA9BE679}" srcId="{23293B40-8C39-41D6-8767-B503FB11222F}" destId="{4A363A62-6335-472D-8231-187323E53275}" srcOrd="2" destOrd="0" parTransId="{F933472B-AC7D-4FF8-B6E2-85EAAF7B2C76}" sibTransId="{8252917E-DA86-4181-A943-AFA3A676770B}"/>
    <dgm:cxn modelId="{44B8EA78-93B4-4488-9FB6-9C98F16AC636}" type="presOf" srcId="{4A363A62-6335-472D-8231-187323E53275}" destId="{6C6C3415-8D88-40DD-9FB2-7053FE2C86D3}" srcOrd="0" destOrd="0" presId="urn:microsoft.com/office/officeart/2018/2/layout/IconCircleList"/>
    <dgm:cxn modelId="{B5291E94-6911-463B-BE27-DB288EA1B837}" type="presOf" srcId="{8252917E-DA86-4181-A943-AFA3A676770B}" destId="{819BE5CB-7DE1-4BFF-B8AD-277E36A1B743}" srcOrd="0" destOrd="0" presId="urn:microsoft.com/office/officeart/2018/2/layout/IconCircleList"/>
    <dgm:cxn modelId="{71BA0C97-2A82-4110-B8A2-C3EA3ED9F93B}" type="presOf" srcId="{23293B40-8C39-41D6-8767-B503FB11222F}" destId="{12A68BEA-FC70-40A8-B887-AE6973127E96}" srcOrd="0" destOrd="0" presId="urn:microsoft.com/office/officeart/2018/2/layout/IconCircleList"/>
    <dgm:cxn modelId="{1AFE4AA6-AA01-4F0A-AE66-2C4A401AF1EE}" type="presOf" srcId="{123D31BF-D0FD-4239-A9CB-6782ED1A47C9}" destId="{DD67088A-7E68-440E-89F7-E75EC10AA79D}" srcOrd="0" destOrd="0" presId="urn:microsoft.com/office/officeart/2018/2/layout/IconCircleList"/>
    <dgm:cxn modelId="{1BAA96B6-0117-4B75-92AA-C31EC62EA4E3}" srcId="{23293B40-8C39-41D6-8767-B503FB11222F}" destId="{BDE61078-079F-4B68-B2FD-124AD249048C}" srcOrd="3" destOrd="0" parTransId="{8D828D2E-FB56-4D40-A189-ED83506E02C4}" sibTransId="{D10425F8-B48A-4EEE-A519-320E8399717F}"/>
    <dgm:cxn modelId="{4E7D07B9-9A2F-4CA5-BC3E-4BB64D57B9E3}" type="presOf" srcId="{27EE6F75-C16B-4DF3-8AA9-35CDF5CB8878}" destId="{78C0AFBF-3341-4FB7-A242-851567F07CEE}" srcOrd="0" destOrd="0" presId="urn:microsoft.com/office/officeart/2018/2/layout/IconCircleList"/>
    <dgm:cxn modelId="{3C847AC1-C5C5-4233-A5B6-07967AAC4060}" srcId="{23293B40-8C39-41D6-8767-B503FB11222F}" destId="{1AAC7F33-7231-422C-A6C6-229BF6ED9868}" srcOrd="0" destOrd="0" parTransId="{65825007-9DE7-46B4-B2B7-C16BD2182B74}" sibTransId="{27EE6F75-C16B-4DF3-8AA9-35CDF5CB8878}"/>
    <dgm:cxn modelId="{B4AF7AC2-4623-492B-B576-F6C0950174B8}" type="presOf" srcId="{D1B687F3-BDB0-4AF8-A9E5-2D2ADF73ADB4}" destId="{2EDA830A-BC89-411C-AD75-45598649F069}" srcOrd="0" destOrd="0" presId="urn:microsoft.com/office/officeart/2018/2/layout/IconCircleList"/>
    <dgm:cxn modelId="{8208F4C6-36D1-43C1-BAFF-FCEC3CDE285D}" type="presOf" srcId="{BDE61078-079F-4B68-B2FD-124AD249048C}" destId="{37511465-7EE9-491D-AA4D-B74EC10600F7}" srcOrd="0" destOrd="0" presId="urn:microsoft.com/office/officeart/2018/2/layout/IconCircleList"/>
    <dgm:cxn modelId="{AF736DCD-A3E0-4308-A34E-1E5504E7AF12}" srcId="{23293B40-8C39-41D6-8767-B503FB11222F}" destId="{123D31BF-D0FD-4239-A9CB-6782ED1A47C9}" srcOrd="1" destOrd="0" parTransId="{944000EA-BD2A-4A32-A2CA-A5F08A55C9FF}" sibTransId="{D1B687F3-BDB0-4AF8-A9E5-2D2ADF73ADB4}"/>
    <dgm:cxn modelId="{19D267B1-40FD-477A-BC30-CAF2B4589651}" type="presParOf" srcId="{12A68BEA-FC70-40A8-B887-AE6973127E96}" destId="{6165C3E3-878A-4D5C-ACCF-17AE83BA2AC6}" srcOrd="0" destOrd="0" presId="urn:microsoft.com/office/officeart/2018/2/layout/IconCircleList"/>
    <dgm:cxn modelId="{1C026CEC-B222-485A-A9EA-C3A4B4F2AD88}" type="presParOf" srcId="{6165C3E3-878A-4D5C-ACCF-17AE83BA2AC6}" destId="{8DF92297-4D99-4736-A4EF-9B1E0F653A55}" srcOrd="0" destOrd="0" presId="urn:microsoft.com/office/officeart/2018/2/layout/IconCircleList"/>
    <dgm:cxn modelId="{C7A70E2B-6AB1-41D2-9D6E-1F89763A8E3A}" type="presParOf" srcId="{8DF92297-4D99-4736-A4EF-9B1E0F653A55}" destId="{F6E2A921-F4DC-42CE-A769-5594DF534672}" srcOrd="0" destOrd="0" presId="urn:microsoft.com/office/officeart/2018/2/layout/IconCircleList"/>
    <dgm:cxn modelId="{033A6009-AB86-43E6-BE63-8ACE4FBEB5E1}" type="presParOf" srcId="{8DF92297-4D99-4736-A4EF-9B1E0F653A55}" destId="{43B273C9-7D85-40AE-954E-DDBA767EB72E}" srcOrd="1" destOrd="0" presId="urn:microsoft.com/office/officeart/2018/2/layout/IconCircleList"/>
    <dgm:cxn modelId="{97CF0229-601D-463D-834D-729D48BF0595}" type="presParOf" srcId="{8DF92297-4D99-4736-A4EF-9B1E0F653A55}" destId="{62324139-ED15-44BE-AA13-13A17B21BE5F}" srcOrd="2" destOrd="0" presId="urn:microsoft.com/office/officeart/2018/2/layout/IconCircleList"/>
    <dgm:cxn modelId="{146D8353-C7CB-46BE-AB11-61839DA6677A}" type="presParOf" srcId="{8DF92297-4D99-4736-A4EF-9B1E0F653A55}" destId="{BD68CB6B-4468-47E3-8426-EC762E15839F}" srcOrd="3" destOrd="0" presId="urn:microsoft.com/office/officeart/2018/2/layout/IconCircleList"/>
    <dgm:cxn modelId="{D3332F7C-FC4E-4D1A-8699-CC134D4E81A2}" type="presParOf" srcId="{6165C3E3-878A-4D5C-ACCF-17AE83BA2AC6}" destId="{78C0AFBF-3341-4FB7-A242-851567F07CEE}" srcOrd="1" destOrd="0" presId="urn:microsoft.com/office/officeart/2018/2/layout/IconCircleList"/>
    <dgm:cxn modelId="{8D830455-C250-4B61-8B8E-68B79BFD3DEF}" type="presParOf" srcId="{6165C3E3-878A-4D5C-ACCF-17AE83BA2AC6}" destId="{2F4D34D5-AAF5-4AA8-BA81-FE2FD6E88DCE}" srcOrd="2" destOrd="0" presId="urn:microsoft.com/office/officeart/2018/2/layout/IconCircleList"/>
    <dgm:cxn modelId="{40F4247C-153A-4CCF-9CC7-8DD041A21717}" type="presParOf" srcId="{2F4D34D5-AAF5-4AA8-BA81-FE2FD6E88DCE}" destId="{7675778C-0CD5-4670-8CC5-277247578935}" srcOrd="0" destOrd="0" presId="urn:microsoft.com/office/officeart/2018/2/layout/IconCircleList"/>
    <dgm:cxn modelId="{6B98D748-E674-46B3-897E-5B71C82170CE}" type="presParOf" srcId="{2F4D34D5-AAF5-4AA8-BA81-FE2FD6E88DCE}" destId="{5FF535B3-A0A3-4952-BE8F-AF2DC4181B15}" srcOrd="1" destOrd="0" presId="urn:microsoft.com/office/officeart/2018/2/layout/IconCircleList"/>
    <dgm:cxn modelId="{15114EF2-96E8-470D-AFD6-45582DBFDA94}" type="presParOf" srcId="{2F4D34D5-AAF5-4AA8-BA81-FE2FD6E88DCE}" destId="{8D6062E7-807A-4823-ADBE-2BA00255C441}" srcOrd="2" destOrd="0" presId="urn:microsoft.com/office/officeart/2018/2/layout/IconCircleList"/>
    <dgm:cxn modelId="{496AD7FE-4FED-48DC-B810-3B156474E935}" type="presParOf" srcId="{2F4D34D5-AAF5-4AA8-BA81-FE2FD6E88DCE}" destId="{DD67088A-7E68-440E-89F7-E75EC10AA79D}" srcOrd="3" destOrd="0" presId="urn:microsoft.com/office/officeart/2018/2/layout/IconCircleList"/>
    <dgm:cxn modelId="{9C1C80FE-FFEF-45B7-B699-184E4562790D}" type="presParOf" srcId="{6165C3E3-878A-4D5C-ACCF-17AE83BA2AC6}" destId="{2EDA830A-BC89-411C-AD75-45598649F069}" srcOrd="3" destOrd="0" presId="urn:microsoft.com/office/officeart/2018/2/layout/IconCircleList"/>
    <dgm:cxn modelId="{6405902C-DDA8-4C15-9E4C-F591DD240FA2}" type="presParOf" srcId="{6165C3E3-878A-4D5C-ACCF-17AE83BA2AC6}" destId="{0F9FBB18-6046-4EDD-A40D-664889697D19}" srcOrd="4" destOrd="0" presId="urn:microsoft.com/office/officeart/2018/2/layout/IconCircleList"/>
    <dgm:cxn modelId="{7CB3AD44-1619-4F20-9C84-97AEE466F10C}" type="presParOf" srcId="{0F9FBB18-6046-4EDD-A40D-664889697D19}" destId="{DA424AB0-1CDF-41F7-BA83-C0A385E4B896}" srcOrd="0" destOrd="0" presId="urn:microsoft.com/office/officeart/2018/2/layout/IconCircleList"/>
    <dgm:cxn modelId="{09BAD62A-2C0A-4B2A-B9B3-E6EF30FBBEC8}" type="presParOf" srcId="{0F9FBB18-6046-4EDD-A40D-664889697D19}" destId="{5F9E35D8-54D4-47F3-88A7-5630F8DA5CB2}" srcOrd="1" destOrd="0" presId="urn:microsoft.com/office/officeart/2018/2/layout/IconCircleList"/>
    <dgm:cxn modelId="{985DFF01-73DB-4B50-976C-90AD1D796F38}" type="presParOf" srcId="{0F9FBB18-6046-4EDD-A40D-664889697D19}" destId="{74448BFD-158F-4EEE-BDE9-44A39256C009}" srcOrd="2" destOrd="0" presId="urn:microsoft.com/office/officeart/2018/2/layout/IconCircleList"/>
    <dgm:cxn modelId="{532C295B-F613-4009-8E73-62028AC2A9F6}" type="presParOf" srcId="{0F9FBB18-6046-4EDD-A40D-664889697D19}" destId="{6C6C3415-8D88-40DD-9FB2-7053FE2C86D3}" srcOrd="3" destOrd="0" presId="urn:microsoft.com/office/officeart/2018/2/layout/IconCircleList"/>
    <dgm:cxn modelId="{A92D4EDD-2D85-4345-98D9-5011FA890E29}" type="presParOf" srcId="{6165C3E3-878A-4D5C-ACCF-17AE83BA2AC6}" destId="{819BE5CB-7DE1-4BFF-B8AD-277E36A1B743}" srcOrd="5" destOrd="0" presId="urn:microsoft.com/office/officeart/2018/2/layout/IconCircleList"/>
    <dgm:cxn modelId="{E034FABD-44AB-49F0-9FFF-8E1BCD12B4F3}" type="presParOf" srcId="{6165C3E3-878A-4D5C-ACCF-17AE83BA2AC6}" destId="{FCA7AAB9-50AF-4684-BA63-4F495597679A}" srcOrd="6" destOrd="0" presId="urn:microsoft.com/office/officeart/2018/2/layout/IconCircleList"/>
    <dgm:cxn modelId="{99F0895A-A709-44D0-9AFD-88135D9E2289}" type="presParOf" srcId="{FCA7AAB9-50AF-4684-BA63-4F495597679A}" destId="{86B7D6D9-F632-4B0A-87ED-0EE0377D1F12}" srcOrd="0" destOrd="0" presId="urn:microsoft.com/office/officeart/2018/2/layout/IconCircleList"/>
    <dgm:cxn modelId="{5999E998-7C3E-46BB-AA8F-FC893DD8BCD9}" type="presParOf" srcId="{FCA7AAB9-50AF-4684-BA63-4F495597679A}" destId="{04668A47-359B-4E8B-B19F-FDC22C8BD83E}" srcOrd="1" destOrd="0" presId="urn:microsoft.com/office/officeart/2018/2/layout/IconCircleList"/>
    <dgm:cxn modelId="{2F4C8170-8345-434D-92DB-431B5358DDA7}" type="presParOf" srcId="{FCA7AAB9-50AF-4684-BA63-4F495597679A}" destId="{46F4B236-2734-4093-965A-D6E960C4C668}" srcOrd="2" destOrd="0" presId="urn:microsoft.com/office/officeart/2018/2/layout/IconCircleList"/>
    <dgm:cxn modelId="{AA15EBD3-216B-4F3A-B25A-30BF53FAA0A3}" type="presParOf" srcId="{FCA7AAB9-50AF-4684-BA63-4F495597679A}" destId="{37511465-7EE9-491D-AA4D-B74EC10600F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2D7565-A4C5-4FF6-A9C1-575BE727CF4A}">
      <dsp:nvSpPr>
        <dsp:cNvPr id="0" name=""/>
        <dsp:cNvSpPr/>
      </dsp:nvSpPr>
      <dsp:spPr>
        <a:xfrm>
          <a:off x="468280" y="1203778"/>
          <a:ext cx="758583" cy="75858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F09A59-9E79-4D01-89FF-EDAB3D20154F}">
      <dsp:nvSpPr>
        <dsp:cNvPr id="0" name=""/>
        <dsp:cNvSpPr/>
      </dsp:nvSpPr>
      <dsp:spPr>
        <a:xfrm>
          <a:off x="4701" y="2215406"/>
          <a:ext cx="1685742" cy="674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What is AI</a:t>
          </a:r>
        </a:p>
      </dsp:txBody>
      <dsp:txXfrm>
        <a:off x="4701" y="2215406"/>
        <a:ext cx="1685742" cy="674296"/>
      </dsp:txXfrm>
    </dsp:sp>
    <dsp:sp modelId="{F0AC8888-2598-4F63-AED6-60D5666D271E}">
      <dsp:nvSpPr>
        <dsp:cNvPr id="0" name=""/>
        <dsp:cNvSpPr/>
      </dsp:nvSpPr>
      <dsp:spPr>
        <a:xfrm>
          <a:off x="2449027" y="1203778"/>
          <a:ext cx="758583" cy="75858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410F21-6676-4A0E-9BEB-A580F55A06F4}">
      <dsp:nvSpPr>
        <dsp:cNvPr id="0" name=""/>
        <dsp:cNvSpPr/>
      </dsp:nvSpPr>
      <dsp:spPr>
        <a:xfrm>
          <a:off x="1985448" y="2215406"/>
          <a:ext cx="1685742" cy="674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Responsible AI</a:t>
          </a:r>
        </a:p>
      </dsp:txBody>
      <dsp:txXfrm>
        <a:off x="1985448" y="2215406"/>
        <a:ext cx="1685742" cy="674296"/>
      </dsp:txXfrm>
    </dsp:sp>
    <dsp:sp modelId="{DA848CD8-324F-4D7E-B74F-4BEE530461DA}">
      <dsp:nvSpPr>
        <dsp:cNvPr id="0" name=""/>
        <dsp:cNvSpPr/>
      </dsp:nvSpPr>
      <dsp:spPr>
        <a:xfrm>
          <a:off x="4429774" y="1203778"/>
          <a:ext cx="758583" cy="75858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E9CFF5-A503-4DFF-92DA-3C0FC9C155C7}">
      <dsp:nvSpPr>
        <dsp:cNvPr id="0" name=""/>
        <dsp:cNvSpPr/>
      </dsp:nvSpPr>
      <dsp:spPr>
        <a:xfrm>
          <a:off x="3966195" y="2215406"/>
          <a:ext cx="1685742" cy="674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AI Delima for Youth </a:t>
          </a:r>
        </a:p>
      </dsp:txBody>
      <dsp:txXfrm>
        <a:off x="3966195" y="2215406"/>
        <a:ext cx="1685742" cy="674296"/>
      </dsp:txXfrm>
    </dsp:sp>
    <dsp:sp modelId="{3AFADB38-0964-4572-B97D-8C44F98E657A}">
      <dsp:nvSpPr>
        <dsp:cNvPr id="0" name=""/>
        <dsp:cNvSpPr/>
      </dsp:nvSpPr>
      <dsp:spPr>
        <a:xfrm>
          <a:off x="6410521" y="1203778"/>
          <a:ext cx="758583" cy="75858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81BFC2-8889-492E-A582-0A12B557F3A3}">
      <dsp:nvSpPr>
        <dsp:cNvPr id="0" name=""/>
        <dsp:cNvSpPr/>
      </dsp:nvSpPr>
      <dsp:spPr>
        <a:xfrm>
          <a:off x="5946942" y="2215406"/>
          <a:ext cx="1685742" cy="674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Survey Results</a:t>
          </a:r>
        </a:p>
      </dsp:txBody>
      <dsp:txXfrm>
        <a:off x="5946942" y="2215406"/>
        <a:ext cx="1685742" cy="674296"/>
      </dsp:txXfrm>
    </dsp:sp>
    <dsp:sp modelId="{D13C6F9F-7467-4D61-9818-88BD9E6FD660}">
      <dsp:nvSpPr>
        <dsp:cNvPr id="0" name=""/>
        <dsp:cNvSpPr/>
      </dsp:nvSpPr>
      <dsp:spPr>
        <a:xfrm>
          <a:off x="8391268" y="1203778"/>
          <a:ext cx="758583" cy="75858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6C1B8F-AD78-4C6E-B478-175DDB742305}">
      <dsp:nvSpPr>
        <dsp:cNvPr id="0" name=""/>
        <dsp:cNvSpPr/>
      </dsp:nvSpPr>
      <dsp:spPr>
        <a:xfrm>
          <a:off x="7927689" y="2215406"/>
          <a:ext cx="1685742" cy="674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Solution &amp; Conclusions </a:t>
          </a:r>
        </a:p>
      </dsp:txBody>
      <dsp:txXfrm>
        <a:off x="7927689" y="2215406"/>
        <a:ext cx="1685742" cy="6742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81DAF0-1782-41B3-86A8-D8ACC81B5677}">
      <dsp:nvSpPr>
        <dsp:cNvPr id="0" name=""/>
        <dsp:cNvSpPr/>
      </dsp:nvSpPr>
      <dsp:spPr>
        <a:xfrm>
          <a:off x="0" y="0"/>
          <a:ext cx="6877334" cy="853770"/>
        </a:xfrm>
        <a:prstGeom prst="roundRect">
          <a:avLst>
            <a:gd name="adj" fmla="val 10000"/>
          </a:avLst>
        </a:prstGeom>
        <a:solidFill>
          <a:srgbClr val="00B0F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The schools and educators must agree on a framework for responsible AI in education.</a:t>
          </a:r>
        </a:p>
      </dsp:txBody>
      <dsp:txXfrm>
        <a:off x="25006" y="25006"/>
        <a:ext cx="5883906" cy="803758"/>
      </dsp:txXfrm>
    </dsp:sp>
    <dsp:sp modelId="{8C74719E-0266-49AF-93A6-97A35DC79C34}">
      <dsp:nvSpPr>
        <dsp:cNvPr id="0" name=""/>
        <dsp:cNvSpPr/>
      </dsp:nvSpPr>
      <dsp:spPr>
        <a:xfrm>
          <a:off x="575976" y="1009000"/>
          <a:ext cx="6877334" cy="8537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 want to create a website with guidelines on the responsible use of AI for students based on an ethical AI code of conduct. </a:t>
          </a:r>
        </a:p>
      </dsp:txBody>
      <dsp:txXfrm>
        <a:off x="600982" y="1034006"/>
        <a:ext cx="5696395" cy="803758"/>
      </dsp:txXfrm>
    </dsp:sp>
    <dsp:sp modelId="{83510003-DB0F-4936-9DAE-5139589CFD11}">
      <dsp:nvSpPr>
        <dsp:cNvPr id="0" name=""/>
        <dsp:cNvSpPr/>
      </dsp:nvSpPr>
      <dsp:spPr>
        <a:xfrm>
          <a:off x="1143356" y="2018001"/>
          <a:ext cx="6877334" cy="8537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Create mechanisms like minigames to keep users captivated</a:t>
          </a:r>
        </a:p>
      </dsp:txBody>
      <dsp:txXfrm>
        <a:off x="1168362" y="2043007"/>
        <a:ext cx="5704991" cy="803758"/>
      </dsp:txXfrm>
    </dsp:sp>
    <dsp:sp modelId="{0FA621B7-A846-4D15-97D5-CA637F880083}">
      <dsp:nvSpPr>
        <dsp:cNvPr id="0" name=""/>
        <dsp:cNvSpPr/>
      </dsp:nvSpPr>
      <dsp:spPr>
        <a:xfrm>
          <a:off x="1719333" y="3027002"/>
          <a:ext cx="6877334" cy="8537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Create quizzes that educate students </a:t>
          </a:r>
          <a:r>
            <a:rPr lang="en-US" sz="1600" kern="1200"/>
            <a:t>about the responsible </a:t>
          </a:r>
          <a:r>
            <a:rPr lang="en-US" sz="1600" kern="1200" dirty="0"/>
            <a:t>use of AI in a light, playful tone</a:t>
          </a:r>
        </a:p>
      </dsp:txBody>
      <dsp:txXfrm>
        <a:off x="1744339" y="3052008"/>
        <a:ext cx="5696395" cy="803758"/>
      </dsp:txXfrm>
    </dsp:sp>
    <dsp:sp modelId="{AB8749FF-624B-475F-BECB-528B337D52FE}">
      <dsp:nvSpPr>
        <dsp:cNvPr id="0" name=""/>
        <dsp:cNvSpPr/>
      </dsp:nvSpPr>
      <dsp:spPr>
        <a:xfrm>
          <a:off x="6322383" y="653910"/>
          <a:ext cx="554950" cy="55495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6447247" y="653910"/>
        <a:ext cx="305222" cy="417600"/>
      </dsp:txXfrm>
    </dsp:sp>
    <dsp:sp modelId="{FB5F73BC-EAAA-4812-A705-417671DB8211}">
      <dsp:nvSpPr>
        <dsp:cNvPr id="0" name=""/>
        <dsp:cNvSpPr/>
      </dsp:nvSpPr>
      <dsp:spPr>
        <a:xfrm>
          <a:off x="6898360" y="1662911"/>
          <a:ext cx="554950" cy="55495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7023224" y="1662911"/>
        <a:ext cx="305222" cy="417600"/>
      </dsp:txXfrm>
    </dsp:sp>
    <dsp:sp modelId="{6D9CB502-4DF5-45ED-8F6D-FB162B698E6B}">
      <dsp:nvSpPr>
        <dsp:cNvPr id="0" name=""/>
        <dsp:cNvSpPr/>
      </dsp:nvSpPr>
      <dsp:spPr>
        <a:xfrm>
          <a:off x="7465740" y="2671912"/>
          <a:ext cx="554950" cy="55495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7590604" y="2671912"/>
        <a:ext cx="305222" cy="4176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E2A921-F4DC-42CE-A769-5594DF534672}">
      <dsp:nvSpPr>
        <dsp:cNvPr id="0" name=""/>
        <dsp:cNvSpPr/>
      </dsp:nvSpPr>
      <dsp:spPr>
        <a:xfrm>
          <a:off x="60186" y="441408"/>
          <a:ext cx="1257386" cy="125738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B273C9-7D85-40AE-954E-DDBA767EB72E}">
      <dsp:nvSpPr>
        <dsp:cNvPr id="0" name=""/>
        <dsp:cNvSpPr/>
      </dsp:nvSpPr>
      <dsp:spPr>
        <a:xfrm>
          <a:off x="324237" y="705459"/>
          <a:ext cx="729284" cy="72928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68CB6B-4468-47E3-8426-EC762E15839F}">
      <dsp:nvSpPr>
        <dsp:cNvPr id="0" name=""/>
        <dsp:cNvSpPr/>
      </dsp:nvSpPr>
      <dsp:spPr>
        <a:xfrm>
          <a:off x="1587013" y="441408"/>
          <a:ext cx="2963839" cy="12573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AI is a reality, don’t block it, rather embrace it.</a:t>
          </a:r>
        </a:p>
      </dsp:txBody>
      <dsp:txXfrm>
        <a:off x="1587013" y="441408"/>
        <a:ext cx="2963839" cy="1257386"/>
      </dsp:txXfrm>
    </dsp:sp>
    <dsp:sp modelId="{7675778C-0CD5-4670-8CC5-277247578935}">
      <dsp:nvSpPr>
        <dsp:cNvPr id="0" name=""/>
        <dsp:cNvSpPr/>
      </dsp:nvSpPr>
      <dsp:spPr>
        <a:xfrm>
          <a:off x="5067279" y="441408"/>
          <a:ext cx="1257386" cy="125738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F535B3-A0A3-4952-BE8F-AF2DC4181B15}">
      <dsp:nvSpPr>
        <dsp:cNvPr id="0" name=""/>
        <dsp:cNvSpPr/>
      </dsp:nvSpPr>
      <dsp:spPr>
        <a:xfrm>
          <a:off x="5331331" y="705459"/>
          <a:ext cx="729284" cy="72928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67088A-7E68-440E-89F7-E75EC10AA79D}">
      <dsp:nvSpPr>
        <dsp:cNvPr id="0" name=""/>
        <dsp:cNvSpPr/>
      </dsp:nvSpPr>
      <dsp:spPr>
        <a:xfrm>
          <a:off x="6594106" y="441408"/>
          <a:ext cx="2963839" cy="12573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The majority of students (and teachers) are unaware of a responsible AI framework.</a:t>
          </a:r>
        </a:p>
      </dsp:txBody>
      <dsp:txXfrm>
        <a:off x="6594106" y="441408"/>
        <a:ext cx="2963839" cy="1257386"/>
      </dsp:txXfrm>
    </dsp:sp>
    <dsp:sp modelId="{DA424AB0-1CDF-41F7-BA83-C0A385E4B896}">
      <dsp:nvSpPr>
        <dsp:cNvPr id="0" name=""/>
        <dsp:cNvSpPr/>
      </dsp:nvSpPr>
      <dsp:spPr>
        <a:xfrm>
          <a:off x="60186" y="2394686"/>
          <a:ext cx="1257386" cy="125738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9E35D8-54D4-47F3-88A7-5630F8DA5CB2}">
      <dsp:nvSpPr>
        <dsp:cNvPr id="0" name=""/>
        <dsp:cNvSpPr/>
      </dsp:nvSpPr>
      <dsp:spPr>
        <a:xfrm>
          <a:off x="324237" y="2658738"/>
          <a:ext cx="729284" cy="72928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6C3415-8D88-40DD-9FB2-7053FE2C86D3}">
      <dsp:nvSpPr>
        <dsp:cNvPr id="0" name=""/>
        <dsp:cNvSpPr/>
      </dsp:nvSpPr>
      <dsp:spPr>
        <a:xfrm>
          <a:off x="1587013" y="2394686"/>
          <a:ext cx="2963839" cy="12573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Schools should enforce policies that help both students and teachers use AI more responsibly.</a:t>
          </a:r>
        </a:p>
      </dsp:txBody>
      <dsp:txXfrm>
        <a:off x="1587013" y="2394686"/>
        <a:ext cx="2963839" cy="1257386"/>
      </dsp:txXfrm>
    </dsp:sp>
    <dsp:sp modelId="{86B7D6D9-F632-4B0A-87ED-0EE0377D1F12}">
      <dsp:nvSpPr>
        <dsp:cNvPr id="0" name=""/>
        <dsp:cNvSpPr/>
      </dsp:nvSpPr>
      <dsp:spPr>
        <a:xfrm>
          <a:off x="5067279" y="2394686"/>
          <a:ext cx="1257386" cy="125738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668A47-359B-4E8B-B19F-FDC22C8BD83E}">
      <dsp:nvSpPr>
        <dsp:cNvPr id="0" name=""/>
        <dsp:cNvSpPr/>
      </dsp:nvSpPr>
      <dsp:spPr>
        <a:xfrm>
          <a:off x="5331331" y="2658738"/>
          <a:ext cx="729284" cy="72928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511465-7EE9-491D-AA4D-B74EC10600F7}">
      <dsp:nvSpPr>
        <dsp:cNvPr id="0" name=""/>
        <dsp:cNvSpPr/>
      </dsp:nvSpPr>
      <dsp:spPr>
        <a:xfrm>
          <a:off x="6594106" y="2394686"/>
          <a:ext cx="2963839" cy="12573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Responsible AI should be part of the curriculum.</a:t>
          </a:r>
        </a:p>
      </dsp:txBody>
      <dsp:txXfrm>
        <a:off x="6594106" y="2394686"/>
        <a:ext cx="2963839" cy="12573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FE048-FAD0-D943-9A17-3C4CB7633182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47812-3409-784D-BAE7-ABE53735D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578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Rethink Citzines: Youth Coalition Innovators Academy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30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Rethink Citzines: Youth Coalition Innovators Academy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441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Rethink Citzines: Youth Coalition Innovators Academy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186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Rethink Citzines: Youth Coalition Innovators Academy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937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Rethink Citzines: Youth Coalition Innovators Academy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300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Rethink Citzines: Youth Coalition Innovators Academy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872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Rethink Citzines: Youth Coalition Innovators Academy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102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Rethink Citzines: Youth Coalition Innovators Academy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683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Rethink Citzines: Youth Coalition Innovators Academy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337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Rethink Citzines: Youth Coalition Innovators Academy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610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Rethink Citzines: Youth Coalition Innovators Academy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105996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Rethink Citzines: Youth Coalition Innovators Academy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7400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Rethink Citzines: Youth Coalition Innovators Academy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539221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Rethink Citzines: Youth Coalition Innovators Academy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4371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Rethink Citzines: Youth Coalition Innovators Academy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8879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Rethink Citzines: Youth Coalition Innovators Academy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4924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762000"/>
            <a:ext cx="5066250" cy="2900680"/>
          </a:xfrm>
        </p:spPr>
        <p:txBody>
          <a:bodyPr anchor="b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836803-D9E6-3DF1-3B90-1E7E677CC7B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 flipH="1">
            <a:off x="6086167" y="-22225"/>
            <a:ext cx="6080760" cy="6902450"/>
          </a:xfrm>
          <a:prstGeom prst="parallelogram">
            <a:avLst/>
          </a:prstGeom>
          <a:ln>
            <a:noFill/>
          </a:ln>
        </p:spPr>
        <p:txBody>
          <a:bodyPr lIns="0" tIns="0">
            <a:normAutofit/>
          </a:bodyPr>
          <a:lstStyle>
            <a:lvl1pPr marL="0" indent="0" algn="l">
              <a:buNone/>
              <a:defRPr sz="20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17600" y="4145280"/>
            <a:ext cx="5066250" cy="6908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200000" scaled="0"/>
            <a:tileRect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4852182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6EE6F3F-63EB-5C0E-2307-3B7CBBA1C3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437" y="400485"/>
            <a:ext cx="9467127" cy="2527911"/>
          </a:xfrm>
        </p:spPr>
        <p:txBody>
          <a:bodyPr anchor="b">
            <a:noAutofit/>
          </a:bodyPr>
          <a:lstStyle>
            <a:lvl1pPr algn="ctr">
              <a:spcBef>
                <a:spcPts val="1000"/>
              </a:spcBef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2DA517-30B0-BC62-0422-F995FB9189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075" y="3738622"/>
            <a:ext cx="9467850" cy="2527911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08922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Rethink Citzines: Youth Coalition Innovators Academy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01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95" r:id="rId18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sciencedojo.com/blog/what-is-responsible-ai-5-core-principles/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x.com/GlobeEyeNews/status/1949212183080079607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x.com/GlobeEyeNews/status/1949212183080079607" TargetMode="External"/><Relationship Id="rId2" Type="http://schemas.openxmlformats.org/officeDocument/2006/relationships/hyperlink" Target="https://datasciencedojo.com/blog/what-is-responsible-ai-5-core-principles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88C9B83F-64CD-41C1-925F-A08801FFD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1655065-0BD7-4422-BEC0-4401E9980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DDD90AC-ABEC-4A76-9C9C-AD0A5F8FC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23">
              <a:extLst>
                <a:ext uri="{FF2B5EF4-FFF2-40B4-BE49-F238E27FC236}">
                  <a16:creationId xmlns:a16="http://schemas.microsoft.com/office/drawing/2014/main" id="{21A8AFEF-EC50-4C0B-9C64-814B76C82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25">
              <a:extLst>
                <a:ext uri="{FF2B5EF4-FFF2-40B4-BE49-F238E27FC236}">
                  <a16:creationId xmlns:a16="http://schemas.microsoft.com/office/drawing/2014/main" id="{CAFAA800-E117-4357-84E4-56B63EA03E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8DDFC9F4-3B45-402D-8AD7-60B3F08ED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7">
              <a:extLst>
                <a:ext uri="{FF2B5EF4-FFF2-40B4-BE49-F238E27FC236}">
                  <a16:creationId xmlns:a16="http://schemas.microsoft.com/office/drawing/2014/main" id="{F26A0854-FBE4-4587-B349-06BE192BD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8">
              <a:extLst>
                <a:ext uri="{FF2B5EF4-FFF2-40B4-BE49-F238E27FC236}">
                  <a16:creationId xmlns:a16="http://schemas.microsoft.com/office/drawing/2014/main" id="{54A9C4C6-FF7D-470E-BFCA-CE4F60A1F0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9">
              <a:extLst>
                <a:ext uri="{FF2B5EF4-FFF2-40B4-BE49-F238E27FC236}">
                  <a16:creationId xmlns:a16="http://schemas.microsoft.com/office/drawing/2014/main" id="{B1721EA8-4871-45D4-B78F-AE805A3004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Isosceles Triangle 24">
              <a:extLst>
                <a:ext uri="{FF2B5EF4-FFF2-40B4-BE49-F238E27FC236}">
                  <a16:creationId xmlns:a16="http://schemas.microsoft.com/office/drawing/2014/main" id="{E5763971-E3A3-45C6-9BA8-2E032C7A5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Isosceles Triangle 25">
              <a:extLst>
                <a:ext uri="{FF2B5EF4-FFF2-40B4-BE49-F238E27FC236}">
                  <a16:creationId xmlns:a16="http://schemas.microsoft.com/office/drawing/2014/main" id="{32752E94-0E01-4AF5-A43A-F2FAD8737C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4" name="Picture Placeholder 7" descr="abstract image">
            <a:extLst>
              <a:ext uri="{FF2B5EF4-FFF2-40B4-BE49-F238E27FC236}">
                <a16:creationId xmlns:a16="http://schemas.microsoft.com/office/drawing/2014/main" id="{782ED2F6-AFB3-9199-3999-2B5E4BAF242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9091" t="3455" r="1" b="5637"/>
          <a:stretch>
            <a:fillRect/>
          </a:stretch>
        </p:blipFill>
        <p:spPr>
          <a:xfrm flipH="1">
            <a:off x="1" y="10"/>
            <a:ext cx="12191999" cy="6857990"/>
          </a:xfrm>
          <a:prstGeom prst="rect">
            <a:avLst/>
          </a:prstGeom>
          <a:noFill/>
        </p:spPr>
      </p:pic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F5F0CD5C-72F3-4090-8A69-8E15CB432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Parallelogram 29">
            <a:extLst>
              <a:ext uri="{FF2B5EF4-FFF2-40B4-BE49-F238E27FC236}">
                <a16:creationId xmlns:a16="http://schemas.microsoft.com/office/drawing/2014/main" id="{217496A2-9394-4FB7-BA0E-717D2D2E7A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33800" y="0"/>
            <a:ext cx="7315200" cy="6858000"/>
          </a:xfrm>
          <a:prstGeom prst="parallelogram">
            <a:avLst>
              <a:gd name="adj" fmla="val 15925"/>
            </a:avLst>
          </a:prstGeom>
          <a:solidFill>
            <a:schemeClr val="bg1">
              <a:alpha val="8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02CF681-4765-4E88-802F-B2474DCD5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D57B2BA-243C-45C7-A5D8-46CA71943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23">
            <a:extLst>
              <a:ext uri="{FF2B5EF4-FFF2-40B4-BE49-F238E27FC236}">
                <a16:creationId xmlns:a16="http://schemas.microsoft.com/office/drawing/2014/main" id="{67374FB5-CBB7-46FF-95B5-2251BC6856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Rectangle 25">
            <a:extLst>
              <a:ext uri="{FF2B5EF4-FFF2-40B4-BE49-F238E27FC236}">
                <a16:creationId xmlns:a16="http://schemas.microsoft.com/office/drawing/2014/main" id="{34BCEAB7-D9E0-40A4-9254-8593BD346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0" name="Isosceles Triangle 39">
            <a:extLst>
              <a:ext uri="{FF2B5EF4-FFF2-40B4-BE49-F238E27FC236}">
                <a16:creationId xmlns:a16="http://schemas.microsoft.com/office/drawing/2014/main" id="{D567A354-BB63-405C-8E5F-2F510E670F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20A922B-22EC-7FD8-FA8C-2FFAC558B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4820" y="2110072"/>
            <a:ext cx="4913408" cy="109689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Responsible AI for </a:t>
            </a:r>
            <a:b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Youth</a:t>
            </a:r>
          </a:p>
        </p:txBody>
      </p:sp>
      <p:sp>
        <p:nvSpPr>
          <p:cNvPr id="11" name="Subtitle 3">
            <a:extLst>
              <a:ext uri="{FF2B5EF4-FFF2-40B4-BE49-F238E27FC236}">
                <a16:creationId xmlns:a16="http://schemas.microsoft.com/office/drawing/2014/main" id="{17E36800-0070-54F5-9084-256572DFB8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8276" y="4050832"/>
            <a:ext cx="4763558" cy="109689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Aayan Majid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Neuqua Valley High School, Naperville</a:t>
            </a:r>
          </a:p>
        </p:txBody>
      </p:sp>
      <p:sp>
        <p:nvSpPr>
          <p:cNvPr id="42" name="Rectangle 27">
            <a:extLst>
              <a:ext uri="{FF2B5EF4-FFF2-40B4-BE49-F238E27FC236}">
                <a16:creationId xmlns:a16="http://schemas.microsoft.com/office/drawing/2014/main" id="{9185A8D7-2F20-4F7A-97BE-21DB1654C7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4" name="Rectangle 28">
            <a:extLst>
              <a:ext uri="{FF2B5EF4-FFF2-40B4-BE49-F238E27FC236}">
                <a16:creationId xmlns:a16="http://schemas.microsoft.com/office/drawing/2014/main" id="{CB65BD56-22B3-4E13-BFCA-B8E8BEB92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6" name="Rectangle 29">
            <a:extLst>
              <a:ext uri="{FF2B5EF4-FFF2-40B4-BE49-F238E27FC236}">
                <a16:creationId xmlns:a16="http://schemas.microsoft.com/office/drawing/2014/main" id="{6790ED68-BCA0-4247-A72F-1CB85DF06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8" name="Isosceles Triangle 47">
            <a:extLst>
              <a:ext uri="{FF2B5EF4-FFF2-40B4-BE49-F238E27FC236}">
                <a16:creationId xmlns:a16="http://schemas.microsoft.com/office/drawing/2014/main" id="{DD0F2B3F-DC55-4FA7-B667-1ACD07920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26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B1C6EFE0-F90D-3F0C-B08B-3EC39B456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US"/>
              <a:t>Outline</a:t>
            </a:r>
            <a:endParaRPr lang="en-US" dirty="0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0BC7359-1798-8E76-7C7E-473E949B5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81203" y="6182876"/>
            <a:ext cx="6297612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Rethink Citizens: Youth Coalition Innovators Academy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994DFCD-0F26-61EB-0D13-6D245CEAF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4532" y="6182876"/>
            <a:ext cx="68333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2" name="Content Placeholder 9">
            <a:extLst>
              <a:ext uri="{FF2B5EF4-FFF2-40B4-BE49-F238E27FC236}">
                <a16:creationId xmlns:a16="http://schemas.microsoft.com/office/drawing/2014/main" id="{0394FC83-0AB8-5FB7-8379-318B971137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5451748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3233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2F254E7F-09A7-2DE3-1CB0-6BF2F608A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3404548" cy="576158"/>
          </a:xfrm>
        </p:spPr>
        <p:txBody>
          <a:bodyPr>
            <a:normAutofit fontScale="90000"/>
          </a:bodyPr>
          <a:lstStyle/>
          <a:p>
            <a:r>
              <a:rPr lang="en-US" dirty="0"/>
              <a:t>What is AI?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77BF21F-B4F6-35EE-7260-65726FB98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60688" y="3016459"/>
            <a:ext cx="4184035" cy="1138566"/>
          </a:xfrm>
        </p:spPr>
        <p:txBody>
          <a:bodyPr/>
          <a:lstStyle/>
          <a:p>
            <a:pPr algn="just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deals with the creation of systems that can learn from data and predict outcomes based on their learning.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99B1F5D-ED10-C97D-D328-F48390834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Rethink Citizens: Youth Coalition Innovators Academy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4264BA8-4C2B-5CB1-F985-EC90440CE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55992"/>
            <a:ext cx="683339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t>3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612210B-62E3-6E34-DFE9-15CAF2651A3A}"/>
              </a:ext>
            </a:extLst>
          </p:cNvPr>
          <p:cNvGrpSpPr/>
          <p:nvPr/>
        </p:nvGrpSpPr>
        <p:grpSpPr>
          <a:xfrm>
            <a:off x="5230368" y="1838133"/>
            <a:ext cx="4831480" cy="3983007"/>
            <a:chOff x="5223053" y="1596733"/>
            <a:chExt cx="4831480" cy="3983007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0FD032E-6E26-6227-FDC7-83C959D26A32}"/>
                </a:ext>
              </a:extLst>
            </p:cNvPr>
            <p:cNvSpPr txBox="1"/>
            <p:nvPr/>
          </p:nvSpPr>
          <p:spPr>
            <a:xfrm>
              <a:off x="6534134" y="5271963"/>
              <a:ext cx="35203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AI learning process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CA015AF0-0B8D-7026-86D4-426D02BB223A}"/>
                </a:ext>
              </a:extLst>
            </p:cNvPr>
            <p:cNvGrpSpPr/>
            <p:nvPr/>
          </p:nvGrpSpPr>
          <p:grpSpPr>
            <a:xfrm>
              <a:off x="5223053" y="1596733"/>
              <a:ext cx="3877951" cy="3587787"/>
              <a:chOff x="5223053" y="1552843"/>
              <a:chExt cx="3877951" cy="3587787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1990AB1-2FD4-FBF2-67A0-05FB3EDD3F9E}"/>
                  </a:ext>
                </a:extLst>
              </p:cNvPr>
              <p:cNvSpPr txBox="1"/>
              <p:nvPr/>
            </p:nvSpPr>
            <p:spPr>
              <a:xfrm>
                <a:off x="7400454" y="1552843"/>
                <a:ext cx="159082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/>
                  <a:t>Model Inference</a:t>
                </a:r>
              </a:p>
            </p:txBody>
          </p:sp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2DF6AF79-5E3E-AFA9-DB9F-54CF456D6B39}"/>
                  </a:ext>
                </a:extLst>
              </p:cNvPr>
              <p:cNvSpPr/>
              <p:nvPr/>
            </p:nvSpPr>
            <p:spPr>
              <a:xfrm>
                <a:off x="5236372" y="2293543"/>
                <a:ext cx="1737263" cy="73883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Training Data</a:t>
                </a:r>
              </a:p>
            </p:txBody>
          </p:sp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23719D60-BFCC-8D33-7BA9-86EEA3B571C0}"/>
                  </a:ext>
                </a:extLst>
              </p:cNvPr>
              <p:cNvSpPr/>
              <p:nvPr/>
            </p:nvSpPr>
            <p:spPr>
              <a:xfrm>
                <a:off x="7363741" y="2231119"/>
                <a:ext cx="1737263" cy="738835"/>
              </a:xfrm>
              <a:prstGeom prst="round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Input Data</a:t>
                </a:r>
              </a:p>
            </p:txBody>
          </p:sp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D3AEB5BA-9BFC-826E-604B-E44ED4FE0562}"/>
                  </a:ext>
                </a:extLst>
              </p:cNvPr>
              <p:cNvSpPr/>
              <p:nvPr/>
            </p:nvSpPr>
            <p:spPr>
              <a:xfrm>
                <a:off x="7363741" y="3320030"/>
                <a:ext cx="1737263" cy="738835"/>
              </a:xfrm>
              <a:prstGeom prst="roundRect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AI Model</a:t>
                </a:r>
              </a:p>
            </p:txBody>
          </p:sp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540ACAAC-18FB-E975-5727-C03CBA88A1E4}"/>
                  </a:ext>
                </a:extLst>
              </p:cNvPr>
              <p:cNvSpPr/>
              <p:nvPr/>
            </p:nvSpPr>
            <p:spPr>
              <a:xfrm>
                <a:off x="5223053" y="3361360"/>
                <a:ext cx="1737263" cy="73883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Model Training</a:t>
                </a:r>
              </a:p>
            </p:txBody>
          </p:sp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2EF42C32-EA01-0D79-2119-E8725DA6E36B}"/>
                  </a:ext>
                </a:extLst>
              </p:cNvPr>
              <p:cNvSpPr/>
              <p:nvPr/>
            </p:nvSpPr>
            <p:spPr>
              <a:xfrm>
                <a:off x="7363741" y="4356213"/>
                <a:ext cx="1737263" cy="738835"/>
              </a:xfrm>
              <a:prstGeom prst="round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Output:</a:t>
                </a:r>
              </a:p>
              <a:p>
                <a:pPr algn="ctr"/>
                <a:r>
                  <a:rPr lang="en-US" dirty="0"/>
                  <a:t>Prediction </a:t>
                </a:r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10530D63-13A7-2D08-F8E1-1FCBEBC5A533}"/>
                  </a:ext>
                </a:extLst>
              </p:cNvPr>
              <p:cNvSpPr/>
              <p:nvPr/>
            </p:nvSpPr>
            <p:spPr>
              <a:xfrm>
                <a:off x="5227368" y="4401795"/>
                <a:ext cx="1737263" cy="738835"/>
              </a:xfrm>
              <a:prstGeom prst="roundRect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Output: </a:t>
                </a:r>
              </a:p>
              <a:p>
                <a:pPr algn="ctr"/>
                <a:r>
                  <a:rPr lang="en-US" dirty="0"/>
                  <a:t>AI Model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1224F09-03D0-8DF5-50A6-61F4606895AA}"/>
                  </a:ext>
                </a:extLst>
              </p:cNvPr>
              <p:cNvSpPr txBox="1"/>
              <p:nvPr/>
            </p:nvSpPr>
            <p:spPr>
              <a:xfrm>
                <a:off x="5331467" y="1553551"/>
                <a:ext cx="14570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/>
                  <a:t>Model Training</a:t>
                </a:r>
              </a:p>
            </p:txBody>
          </p:sp>
          <p:cxnSp>
            <p:nvCxnSpPr>
              <p:cNvPr id="20" name="Connector: Elbow 19">
                <a:extLst>
                  <a:ext uri="{FF2B5EF4-FFF2-40B4-BE49-F238E27FC236}">
                    <a16:creationId xmlns:a16="http://schemas.microsoft.com/office/drawing/2014/main" id="{DB1EB0A8-1053-DFFC-60A4-7F856EDBFDEB}"/>
                  </a:ext>
                </a:extLst>
              </p:cNvPr>
              <p:cNvCxnSpPr>
                <a:cxnSpLocks/>
                <a:stCxn id="8" idx="3"/>
                <a:endCxn id="5" idx="1"/>
              </p:cNvCxnSpPr>
              <p:nvPr/>
            </p:nvCxnSpPr>
            <p:spPr>
              <a:xfrm flipV="1">
                <a:off x="6964631" y="3689448"/>
                <a:ext cx="399110" cy="1081765"/>
              </a:xfrm>
              <a:prstGeom prst="bentConnector3">
                <a:avLst>
                  <a:gd name="adj1" fmla="val 50000"/>
                </a:avLst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B91E7561-B5A4-B45A-C385-C07FC90F73FE}"/>
                  </a:ext>
                </a:extLst>
              </p:cNvPr>
              <p:cNvCxnSpPr>
                <a:cxnSpLocks/>
                <a:endCxn id="6" idx="0"/>
              </p:cNvCxnSpPr>
              <p:nvPr/>
            </p:nvCxnSpPr>
            <p:spPr>
              <a:xfrm>
                <a:off x="6091685" y="3064012"/>
                <a:ext cx="0" cy="29734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52532513-4277-7BE9-8884-EBD2E3CECCE0}"/>
                  </a:ext>
                </a:extLst>
              </p:cNvPr>
              <p:cNvCxnSpPr>
                <a:cxnSpLocks/>
                <a:stCxn id="6" idx="2"/>
                <a:endCxn id="8" idx="0"/>
              </p:cNvCxnSpPr>
              <p:nvPr/>
            </p:nvCxnSpPr>
            <p:spPr>
              <a:xfrm>
                <a:off x="6091685" y="4100195"/>
                <a:ext cx="4315" cy="3016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F84BBBBE-2590-4A35-44C0-3B2F3B90FDDD}"/>
                  </a:ext>
                </a:extLst>
              </p:cNvPr>
              <p:cNvCxnSpPr>
                <a:stCxn id="3" idx="2"/>
                <a:endCxn id="5" idx="0"/>
              </p:cNvCxnSpPr>
              <p:nvPr/>
            </p:nvCxnSpPr>
            <p:spPr>
              <a:xfrm>
                <a:off x="8232373" y="2969954"/>
                <a:ext cx="0" cy="35007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823AA9A-B8FF-E70F-C703-CF46FB8A4AE2}"/>
                  </a:ext>
                </a:extLst>
              </p:cNvPr>
              <p:cNvCxnSpPr>
                <a:stCxn id="5" idx="2"/>
                <a:endCxn id="7" idx="0"/>
              </p:cNvCxnSpPr>
              <p:nvPr/>
            </p:nvCxnSpPr>
            <p:spPr>
              <a:xfrm>
                <a:off x="8232373" y="4058865"/>
                <a:ext cx="0" cy="29734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602711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D1860-40BA-9EF1-8CDB-201435958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21766"/>
          </a:xfrm>
        </p:spPr>
        <p:txBody>
          <a:bodyPr/>
          <a:lstStyle/>
          <a:p>
            <a:r>
              <a:rPr lang="en-US" dirty="0"/>
              <a:t>Responsible AI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5A237-951B-4F5D-87BC-F544C027B1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4086" y="1537410"/>
            <a:ext cx="5164532" cy="3520593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1600" b="1" dirty="0"/>
              <a:t>Responsible AI</a:t>
            </a:r>
            <a:r>
              <a:rPr lang="en-US" sz="1600" dirty="0"/>
              <a:t> refers to the practice of developing, deploying, and using AI in a way that is </a:t>
            </a:r>
            <a:r>
              <a:rPr lang="en-US" sz="1600" b="1" dirty="0"/>
              <a:t>ethical, transparent, fair, and accountable</a:t>
            </a:r>
            <a:r>
              <a:rPr lang="en-US" sz="1600" dirty="0"/>
              <a:t>.</a:t>
            </a:r>
            <a:endParaRPr lang="en-US" sz="1600" b="1" dirty="0"/>
          </a:p>
          <a:p>
            <a:pPr algn="just"/>
            <a:r>
              <a:rPr lang="en-US" sz="1600" b="1" dirty="0"/>
              <a:t>Fairness: </a:t>
            </a:r>
            <a:r>
              <a:rPr lang="en-US" sz="1600" dirty="0"/>
              <a:t>Treatment of people of different demographics in AI.</a:t>
            </a:r>
          </a:p>
          <a:p>
            <a:pPr algn="just"/>
            <a:r>
              <a:rPr lang="en-US" sz="1600" b="1" dirty="0"/>
              <a:t>Privacy and security</a:t>
            </a:r>
            <a:r>
              <a:rPr lang="en-US" sz="1600" dirty="0"/>
              <a:t> are about data protection and unauthorized access in AI.</a:t>
            </a:r>
          </a:p>
          <a:p>
            <a:pPr algn="just"/>
            <a:r>
              <a:rPr lang="en-US" sz="1600" b="1" dirty="0"/>
              <a:t>Explainability </a:t>
            </a:r>
            <a:r>
              <a:rPr lang="en-US" sz="1600" dirty="0"/>
              <a:t>is the ability for a developer to be able to explain the algorithm of their machine and its decisions.</a:t>
            </a:r>
          </a:p>
          <a:p>
            <a:pPr algn="just"/>
            <a:r>
              <a:rPr lang="en-US" sz="1600" b="1" dirty="0"/>
              <a:t>Transparency: </a:t>
            </a:r>
            <a:r>
              <a:rPr lang="en-US" sz="1600" dirty="0"/>
              <a:t>How AI must communicate effectively to let user know the working of the AI system, the data it uses, and its limitations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27DFA-D0D3-9E3E-C669-016BE0D79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404859"/>
            <a:ext cx="6297612" cy="365125"/>
          </a:xfrm>
        </p:spPr>
        <p:txBody>
          <a:bodyPr/>
          <a:lstStyle/>
          <a:p>
            <a:r>
              <a:rPr lang="en-US" dirty="0"/>
              <a:t>Rethink Citizens: Youth Coalition Innovators Academy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559666-82EB-AF9B-138A-E851BA63D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B42F04-CE55-2299-C269-CF3F1BB41B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43" t="3744" r="4942" b="3090"/>
          <a:stretch>
            <a:fillRect/>
          </a:stretch>
        </p:blipFill>
        <p:spPr>
          <a:xfrm>
            <a:off x="5552232" y="2340867"/>
            <a:ext cx="4520793" cy="23074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6932675-960D-C9C6-A83D-2A055E8DE08C}"/>
              </a:ext>
            </a:extLst>
          </p:cNvPr>
          <p:cNvSpPr txBox="1"/>
          <p:nvPr/>
        </p:nvSpPr>
        <p:spPr>
          <a:xfrm>
            <a:off x="6285423" y="4583330"/>
            <a:ext cx="37876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[</a:t>
            </a:r>
            <a:r>
              <a:rPr lang="en-US" sz="800" dirty="0">
                <a:hlinkClick r:id="rId3"/>
              </a:rPr>
              <a:t>https://datasciencedojo.com/blog/what-is-responsible-ai-5-core-principles/</a:t>
            </a:r>
            <a:r>
              <a:rPr lang="en-US" sz="800" dirty="0"/>
              <a:t>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C508E4-C4FC-309E-BA73-6C16D882A7D0}"/>
              </a:ext>
            </a:extLst>
          </p:cNvPr>
          <p:cNvSpPr txBox="1"/>
          <p:nvPr/>
        </p:nvSpPr>
        <p:spPr>
          <a:xfrm>
            <a:off x="899770" y="5208422"/>
            <a:ext cx="7690893" cy="64633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chemeClr val="bg1"/>
                </a:solidFill>
              </a:rPr>
              <a:t>Governance</a:t>
            </a:r>
            <a:r>
              <a:rPr lang="en-US" dirty="0">
                <a:solidFill>
                  <a:schemeClr val="bg1"/>
                </a:solidFill>
              </a:rPr>
              <a:t> is about enforcing all the ethical AI policies through establishing clear policies, procedures, and accountability mechanisms.</a:t>
            </a:r>
          </a:p>
        </p:txBody>
      </p:sp>
    </p:spTree>
    <p:extLst>
      <p:ext uri="{BB962C8B-B14F-4D97-AF65-F5344CB8AC3E}">
        <p14:creationId xmlns:p14="http://schemas.microsoft.com/office/powerpoint/2010/main" val="1223913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0EEDA-1DC4-9907-63A2-88EB227B9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746" y="609600"/>
            <a:ext cx="3729076" cy="1320800"/>
          </a:xfrm>
        </p:spPr>
        <p:txBody>
          <a:bodyPr anchor="ctr">
            <a:normAutofit/>
          </a:bodyPr>
          <a:lstStyle/>
          <a:p>
            <a:r>
              <a:rPr lang="en-US" dirty="0"/>
              <a:t>Youth AI Delima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AD14D3-02A2-0859-F6E9-264FCBB73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167" y="2160589"/>
            <a:ext cx="3720916" cy="3560733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Unethical Behavior: </a:t>
            </a:r>
          </a:p>
          <a:p>
            <a:pPr marL="0" indent="0" algn="just">
              <a:buNone/>
            </a:pPr>
            <a:r>
              <a:rPr lang="en-US" dirty="0"/>
              <a:t>Young people may not use AI responsibly and may indulge in unethical behavior.</a:t>
            </a:r>
          </a:p>
          <a:p>
            <a:r>
              <a:rPr lang="en-US" b="1" dirty="0"/>
              <a:t>Privacy: </a:t>
            </a:r>
          </a:p>
          <a:p>
            <a:pPr marL="0" indent="0" algn="just">
              <a:buNone/>
            </a:pPr>
            <a:r>
              <a:rPr lang="en-US" dirty="0"/>
              <a:t>Their data may be accessed without their consent and their privacy might be compromised.</a:t>
            </a:r>
          </a:p>
          <a:p>
            <a:r>
              <a:rPr lang="en-US" b="1" dirty="0"/>
              <a:t>Over Reliance on AI:</a:t>
            </a:r>
          </a:p>
          <a:p>
            <a:pPr marL="0" indent="0" algn="just">
              <a:buNone/>
            </a:pPr>
            <a:r>
              <a:rPr lang="en-US" dirty="0"/>
              <a:t>They may become too dependent on AI and lose critical skills.</a:t>
            </a:r>
          </a:p>
        </p:txBody>
      </p:sp>
      <p:pic>
        <p:nvPicPr>
          <p:cNvPr id="10" name="Picture 9" descr="A screenshot of a social media post&#10;&#10;AI-generated content may be incorrect.">
            <a:extLst>
              <a:ext uri="{FF2B5EF4-FFF2-40B4-BE49-F238E27FC236}">
                <a16:creationId xmlns:a16="http://schemas.microsoft.com/office/drawing/2014/main" id="{D0653351-F8B1-4C33-2321-3C89F6BC59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363" b="28148"/>
          <a:stretch>
            <a:fillRect/>
          </a:stretch>
        </p:blipFill>
        <p:spPr>
          <a:xfrm>
            <a:off x="5049055" y="2277280"/>
            <a:ext cx="3970587" cy="3131382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99B98-1A7B-A453-A535-327D62770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5541032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Rethink Citizens: Youth Coalition Innovators Academy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D0EB3-FF5A-DB33-5DAB-2109F0F6D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56BDFC-AA1F-991B-7939-7BE5F614F801}"/>
              </a:ext>
            </a:extLst>
          </p:cNvPr>
          <p:cNvSpPr txBox="1"/>
          <p:nvPr/>
        </p:nvSpPr>
        <p:spPr>
          <a:xfrm>
            <a:off x="6096000" y="5401846"/>
            <a:ext cx="37876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[</a:t>
            </a:r>
            <a:r>
              <a:rPr lang="en-US" sz="800" dirty="0">
                <a:hlinkClick r:id="rId4"/>
              </a:rPr>
              <a:t>https://x.com/GlobeEyeNews/status/1949212183080079607</a:t>
            </a:r>
            <a:r>
              <a:rPr lang="en-US" sz="800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837667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85B906-E3EF-A670-48A5-EC81CB537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9" name="Group 1038">
            <a:extLst>
              <a:ext uri="{FF2B5EF4-FFF2-40B4-BE49-F238E27FC236}">
                <a16:creationId xmlns:a16="http://schemas.microsoft.com/office/drawing/2014/main" id="{02FF0CD5-01EA-414C-9FBA-91289523E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40" name="Straight Connector 1039">
              <a:extLst>
                <a:ext uri="{FF2B5EF4-FFF2-40B4-BE49-F238E27FC236}">
                  <a16:creationId xmlns:a16="http://schemas.microsoft.com/office/drawing/2014/main" id="{A89E0603-B9E3-42E1-B1E1-D3A0F06880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1" name="Straight Connector 1040">
              <a:extLst>
                <a:ext uri="{FF2B5EF4-FFF2-40B4-BE49-F238E27FC236}">
                  <a16:creationId xmlns:a16="http://schemas.microsoft.com/office/drawing/2014/main" id="{8C08529B-533A-4987-835C-B6FE3960C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56" name="Rectangle 23">
              <a:extLst>
                <a:ext uri="{FF2B5EF4-FFF2-40B4-BE49-F238E27FC236}">
                  <a16:creationId xmlns:a16="http://schemas.microsoft.com/office/drawing/2014/main" id="{ADF3602E-6539-4E90-9B34-A1564E8898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57" name="Rectangle 25">
              <a:extLst>
                <a:ext uri="{FF2B5EF4-FFF2-40B4-BE49-F238E27FC236}">
                  <a16:creationId xmlns:a16="http://schemas.microsoft.com/office/drawing/2014/main" id="{45B7B2BF-6C30-4E7C-9B92-89931CAC5E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58" name="Isosceles Triangle 1057">
              <a:extLst>
                <a:ext uri="{FF2B5EF4-FFF2-40B4-BE49-F238E27FC236}">
                  <a16:creationId xmlns:a16="http://schemas.microsoft.com/office/drawing/2014/main" id="{D902BF1F-1CD4-4757-8E37-E537850CD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59" name="Rectangle 27">
              <a:extLst>
                <a:ext uri="{FF2B5EF4-FFF2-40B4-BE49-F238E27FC236}">
                  <a16:creationId xmlns:a16="http://schemas.microsoft.com/office/drawing/2014/main" id="{EC181138-86B5-48DD-A9CF-E1B4244323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60" name="Rectangle 28">
              <a:extLst>
                <a:ext uri="{FF2B5EF4-FFF2-40B4-BE49-F238E27FC236}">
                  <a16:creationId xmlns:a16="http://schemas.microsoft.com/office/drawing/2014/main" id="{2AFEC3B7-B6F9-4F8D-BB1D-1CB5D59A87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61" name="Rectangle 29">
              <a:extLst>
                <a:ext uri="{FF2B5EF4-FFF2-40B4-BE49-F238E27FC236}">
                  <a16:creationId xmlns:a16="http://schemas.microsoft.com/office/drawing/2014/main" id="{C7CFEC2C-F42F-4B3F-82EB-A23DD21C7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62" name="Isosceles Triangle 1061">
              <a:extLst>
                <a:ext uri="{FF2B5EF4-FFF2-40B4-BE49-F238E27FC236}">
                  <a16:creationId xmlns:a16="http://schemas.microsoft.com/office/drawing/2014/main" id="{E29569A7-8B01-47AE-86AA-D0BE37E984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63" name="Isosceles Triangle 1062">
              <a:extLst>
                <a:ext uri="{FF2B5EF4-FFF2-40B4-BE49-F238E27FC236}">
                  <a16:creationId xmlns:a16="http://schemas.microsoft.com/office/drawing/2014/main" id="{2E15773A-78BA-459D-840F-CA90AB9668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D0D491F6-9B1B-4B96-8CEA-6C9B7D96A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7" cy="65578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Survey Results</a:t>
            </a:r>
          </a:p>
        </p:txBody>
      </p:sp>
      <p:sp>
        <p:nvSpPr>
          <p:cNvPr id="1051" name="Isosceles Triangle 8">
            <a:extLst>
              <a:ext uri="{FF2B5EF4-FFF2-40B4-BE49-F238E27FC236}">
                <a16:creationId xmlns:a16="http://schemas.microsoft.com/office/drawing/2014/main" id="{339B2E5C-7D38-46FD-A927-39796E8F9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1"/>
            <a:ext cx="476655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026" name="Picture 2" descr="Forms response chart. Question title: How often have you used AI to complete your work for you?. Number of responses: 19 responses.">
            <a:extLst>
              <a:ext uri="{FF2B5EF4-FFF2-40B4-BE49-F238E27FC236}">
                <a16:creationId xmlns:a16="http://schemas.microsoft.com/office/drawing/2014/main" id="{417EFC41-D343-A65D-4C4F-7D95F031AD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37" r="191"/>
          <a:stretch>
            <a:fillRect/>
          </a:stretch>
        </p:blipFill>
        <p:spPr bwMode="auto">
          <a:xfrm>
            <a:off x="757251" y="1745496"/>
            <a:ext cx="5412557" cy="2267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orms response chart. Question title: Have you ever fact-checked AI-generated content before submitting it as your own?. Number of responses: 19 responses.">
            <a:extLst>
              <a:ext uri="{FF2B5EF4-FFF2-40B4-BE49-F238E27FC236}">
                <a16:creationId xmlns:a16="http://schemas.microsoft.com/office/drawing/2014/main" id="{85205F75-F1C0-E27C-7962-657B8FD8EC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" r="-27" b="-4"/>
          <a:stretch>
            <a:fillRect/>
          </a:stretch>
        </p:blipFill>
        <p:spPr bwMode="auto">
          <a:xfrm>
            <a:off x="876598" y="2418707"/>
            <a:ext cx="4964821" cy="2139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orms response chart. Question title: When using AI, do you take time to understand the content it gives you?. Number of responses: 19 responses.">
            <a:extLst>
              <a:ext uri="{FF2B5EF4-FFF2-40B4-BE49-F238E27FC236}">
                <a16:creationId xmlns:a16="http://schemas.microsoft.com/office/drawing/2014/main" id="{3D5DF6DB-7DA7-7674-F687-943F73B025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1" t="-1" r="1798" b="-1"/>
          <a:stretch>
            <a:fillRect/>
          </a:stretch>
        </p:blipFill>
        <p:spPr bwMode="auto">
          <a:xfrm>
            <a:off x="720405" y="2640521"/>
            <a:ext cx="4813193" cy="2078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Forms response chart. Question title: Are you aware that your own data is used for model training when you use tools such as ChatGPT?. Number of responses: 19 responses.">
            <a:extLst>
              <a:ext uri="{FF2B5EF4-FFF2-40B4-BE49-F238E27FC236}">
                <a16:creationId xmlns:a16="http://schemas.microsoft.com/office/drawing/2014/main" id="{8574B43F-B8E8-A035-9B3A-B0EAA658C8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5" r="1375" b="-4"/>
          <a:stretch>
            <a:fillRect/>
          </a:stretch>
        </p:blipFill>
        <p:spPr bwMode="auto">
          <a:xfrm>
            <a:off x="818325" y="2644704"/>
            <a:ext cx="4887643" cy="213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77A4F-47E8-ED95-F093-787BF331F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5192561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Rethink Citizens: Youth Coalition Innovators Academy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035AC6-6336-CDC3-1670-7D62335DF2FB}"/>
              </a:ext>
            </a:extLst>
          </p:cNvPr>
          <p:cNvSpPr txBox="1"/>
          <p:nvPr/>
        </p:nvSpPr>
        <p:spPr>
          <a:xfrm>
            <a:off x="6456414" y="1924316"/>
            <a:ext cx="2948121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Key Findings: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Most students use AI very frequently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Only a minority of students fact-check their work every time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majority of students take time to understand the content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Nearly 80% of students were unaware that their data was being exploited.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BC87E-06AC-B0D9-708C-F15816193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BD12358-51D2-46B3-9BDE-DF29528B9454}" type="slidenum">
              <a:rPr lang="en-US" smtClean="0"/>
              <a:pPr defTabSz="914400"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235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E9743-65D7-29ED-7ED2-80F2DBD46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</a:t>
            </a:r>
          </a:p>
        </p:txBody>
      </p:sp>
      <p:graphicFrame>
        <p:nvGraphicFramePr>
          <p:cNvPr id="14" name="Content Placeholder 7">
            <a:extLst>
              <a:ext uri="{FF2B5EF4-FFF2-40B4-BE49-F238E27FC236}">
                <a16:creationId xmlns:a16="http://schemas.microsoft.com/office/drawing/2014/main" id="{3D8AE2D2-112F-E17E-DAB6-9579567763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5025974"/>
              </p:ext>
            </p:extLst>
          </p:nvPr>
        </p:nvGraphicFramePr>
        <p:xfrm>
          <a:off x="677334" y="2160589"/>
          <a:ext cx="8596668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FA41A-7DAA-F03A-5C14-1F504FFBC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Rethink Citizens: Youth Coalition Innovators Academy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55951-2D68-B028-0BC7-95DBE2AE8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7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85D1ED9-8D66-0929-D8CB-C216D8EA24F1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8005763" y="2152650"/>
            <a:ext cx="4186237" cy="3303588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915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5721879-7150-A09C-4517-5A4BCE602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US" dirty="0"/>
              <a:t>Conclusions</a:t>
            </a:r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A5D31C5-15DF-4188-AF4C-2FB16B423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81203" y="6182876"/>
            <a:ext cx="6297612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Rethink Citzines: Youth Coalition Innovators Academy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2EDCD2C-14B5-7D93-9176-386374C02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4532" y="6182876"/>
            <a:ext cx="68333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2" name="Content Placeholder 9">
            <a:extLst>
              <a:ext uri="{FF2B5EF4-FFF2-40B4-BE49-F238E27FC236}">
                <a16:creationId xmlns:a16="http://schemas.microsoft.com/office/drawing/2014/main" id="{0CE2211F-7B26-DB0B-ED42-8545AD2EA7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5399380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61674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1EF466C-C021-47C5-5A3D-81E86ADA4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3D513A8-ECB0-5288-CB92-1611C78FE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>
                <a:hlinkClick r:id="rId2"/>
              </a:rPr>
              <a:t>https://datasciencedojo.com/blog/what-is-responsible-ai-5-core-principles/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>
                <a:hlinkClick r:id="rId3"/>
              </a:rPr>
              <a:t>https://x.com/GlobeEyeNews/status/1949212183080079607</a:t>
            </a:r>
            <a:endParaRPr lang="en-US" dirty="0"/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20119A6-46AB-B708-2464-0FCED9ACC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Rethink Citizens: Youth Coalition Innovators Academy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653CB0D-676C-CE7F-8204-29E1B60D7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059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0BE40E3-5550-4CDD-B4FD-387C33EBF1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1A6B738-E50C-4653-B343-B9D6A5EA2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98768D6-B28C-40A3-B381-39306F581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23">
              <a:extLst>
                <a:ext uri="{FF2B5EF4-FFF2-40B4-BE49-F238E27FC236}">
                  <a16:creationId xmlns:a16="http://schemas.microsoft.com/office/drawing/2014/main" id="{B27C15B9-7795-4321-AB30-DF1DEF65C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5">
              <a:extLst>
                <a:ext uri="{FF2B5EF4-FFF2-40B4-BE49-F238E27FC236}">
                  <a16:creationId xmlns:a16="http://schemas.microsoft.com/office/drawing/2014/main" id="{578EC957-1F3F-4C00-B023-C8725C21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3D642632-BBD5-46D6-A91D-9B2BF6821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7">
              <a:extLst>
                <a:ext uri="{FF2B5EF4-FFF2-40B4-BE49-F238E27FC236}">
                  <a16:creationId xmlns:a16="http://schemas.microsoft.com/office/drawing/2014/main" id="{BF9D518D-AFF5-4DE2-AEE2-0EC15479A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28">
              <a:extLst>
                <a:ext uri="{FF2B5EF4-FFF2-40B4-BE49-F238E27FC236}">
                  <a16:creationId xmlns:a16="http://schemas.microsoft.com/office/drawing/2014/main" id="{14EF979B-B00D-460C-BD56-7EEAFB7E0F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Rectangle 29">
              <a:extLst>
                <a:ext uri="{FF2B5EF4-FFF2-40B4-BE49-F238E27FC236}">
                  <a16:creationId xmlns:a16="http://schemas.microsoft.com/office/drawing/2014/main" id="{3E40F9A1-6B82-400F-9397-26D1D36F1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2EF7DDF1-FF86-4CA4-B08B-8939557EBD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D7C1F89-72B2-4FDC-B9E2-04F52D5C5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5" name="Picture Placeholder 11" descr="A close up of dots&#10;">
            <a:extLst>
              <a:ext uri="{FF2B5EF4-FFF2-40B4-BE49-F238E27FC236}">
                <a16:creationId xmlns:a16="http://schemas.microsoft.com/office/drawing/2014/main" id="{030E03B4-DAB0-F43D-4B1C-C54F75E621A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9091" t="2650" b="6441"/>
          <a:stretch>
            <a:fillRect/>
          </a:stretch>
        </p:blipFill>
        <p:spPr>
          <a:xfrm>
            <a:off x="1" y="10"/>
            <a:ext cx="12191999" cy="6857990"/>
          </a:xfrm>
          <a:prstGeom prst="rect">
            <a:avLst/>
          </a:prstGeom>
        </p:spPr>
      </p:pic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BBFBD429-C7AA-4D85-BEBF-26ECE2DBA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7A9CEEF0-7547-4FA2-93BD-0B8C799DD2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24188" y="0"/>
            <a:ext cx="9372600" cy="6858000"/>
          </a:xfrm>
          <a:prstGeom prst="parallelogram">
            <a:avLst>
              <a:gd name="adj" fmla="val 14937"/>
            </a:avLst>
          </a:prstGeom>
          <a:solidFill>
            <a:schemeClr val="bg1">
              <a:alpha val="89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A02E860-D290-48CF-9C38-BC8EB8854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BF60179-3A15-468E-86D0-1C2FFD504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23">
            <a:extLst>
              <a:ext uri="{FF2B5EF4-FFF2-40B4-BE49-F238E27FC236}">
                <a16:creationId xmlns:a16="http://schemas.microsoft.com/office/drawing/2014/main" id="{87ED294B-4D40-44B4-86E7-F23C046882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AB1CD4B-2C7F-1593-8E69-B7450F3DC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6047" y="609600"/>
            <a:ext cx="6487955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spcBef>
                <a:spcPct val="0"/>
              </a:spcBef>
            </a:pPr>
            <a:r>
              <a:rPr lang="en-US">
                <a:solidFill>
                  <a:schemeClr val="accent1"/>
                </a:solidFill>
              </a:rPr>
              <a:t>THANK YOU</a:t>
            </a:r>
          </a:p>
        </p:txBody>
      </p:sp>
      <p:sp>
        <p:nvSpPr>
          <p:cNvPr id="35" name="Rectangle 25">
            <a:extLst>
              <a:ext uri="{FF2B5EF4-FFF2-40B4-BE49-F238E27FC236}">
                <a16:creationId xmlns:a16="http://schemas.microsoft.com/office/drawing/2014/main" id="{55D78701-1D8D-45A3-9B44-A94C33462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B8C595DB-254F-4E8B-9C0D-648B3FF1B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6613063-168A-02B8-4326-BB842F3B83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86047" y="2159000"/>
            <a:ext cx="6487955" cy="3882362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Contact:</a:t>
            </a:r>
          </a:p>
          <a:p>
            <a:pPr algn="l">
              <a:buFont typeface="Wingdings 3" charset="2"/>
              <a:buChar char="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e-mail: aayan.majidb@gmail.com</a:t>
            </a:r>
          </a:p>
          <a:p>
            <a:pPr algn="l">
              <a:buFont typeface="Wingdings 3" charset="2"/>
              <a:buChar char="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" name="Rectangle 27">
            <a:extLst>
              <a:ext uri="{FF2B5EF4-FFF2-40B4-BE49-F238E27FC236}">
                <a16:creationId xmlns:a16="http://schemas.microsoft.com/office/drawing/2014/main" id="{2E000235-D5DF-4D2F-AECA-3814821B5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1" name="Rectangle 28">
            <a:extLst>
              <a:ext uri="{FF2B5EF4-FFF2-40B4-BE49-F238E27FC236}">
                <a16:creationId xmlns:a16="http://schemas.microsoft.com/office/drawing/2014/main" id="{D7CE0E87-2C2C-4907-BBE3-D24D86C42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3" name="Rectangle 29">
            <a:extLst>
              <a:ext uri="{FF2B5EF4-FFF2-40B4-BE49-F238E27FC236}">
                <a16:creationId xmlns:a16="http://schemas.microsoft.com/office/drawing/2014/main" id="{8FF0BC47-4F6D-4430-8C11-E1566CBF63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5B73C5C4-3778-4E76-9467-8B46C9F91F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47229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5C2645A-E767-4D7E-984D-234E531E455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F2A2379-DD35-4769-BFD6-4857D72F80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F048343-1EA9-44C3-883E-652FAAF0713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5854</TotalTime>
  <Words>540</Words>
  <Application>Microsoft Office PowerPoint</Application>
  <PresentationFormat>Widescreen</PresentationFormat>
  <Paragraphs>79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Trebuchet MS</vt:lpstr>
      <vt:lpstr>Wingdings 3</vt:lpstr>
      <vt:lpstr>Facet</vt:lpstr>
      <vt:lpstr>Responsible AI for  the Youth</vt:lpstr>
      <vt:lpstr>Outline</vt:lpstr>
      <vt:lpstr>What is AI?</vt:lpstr>
      <vt:lpstr>Responsible AI Framework</vt:lpstr>
      <vt:lpstr>Youth AI Delima</vt:lpstr>
      <vt:lpstr>Survey Results</vt:lpstr>
      <vt:lpstr>Solution</vt:lpstr>
      <vt:lpstr>Conclusions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majid butt</dc:creator>
  <cp:lastModifiedBy>majid butt</cp:lastModifiedBy>
  <cp:revision>31</cp:revision>
  <dcterms:created xsi:type="dcterms:W3CDTF">2025-07-27T13:35:41Z</dcterms:created>
  <dcterms:modified xsi:type="dcterms:W3CDTF">2025-07-31T19:58:11Z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